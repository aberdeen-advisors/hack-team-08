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heme/theme3.xml" ContentType="application/vnd.openxmlformats-officedocument.theme+xml"/>
  <Override PartName="/ppt/tags/tag29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7" r:id="rId5"/>
  </p:sldMasterIdLst>
  <p:notesMasterIdLst>
    <p:notesMasterId r:id="rId18"/>
  </p:notesMasterIdLst>
  <p:sldIdLst>
    <p:sldId id="257" r:id="rId6"/>
    <p:sldId id="263" r:id="rId7"/>
    <p:sldId id="264" r:id="rId8"/>
    <p:sldId id="27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71798CD-A0CF-4562-8387-12DBA14ABFD7}">
          <p14:sldIdLst>
            <p14:sldId id="257"/>
            <p14:sldId id="263"/>
            <p14:sldId id="264"/>
            <p14:sldId id="276"/>
          </p14:sldIdLst>
        </p14:section>
        <p14:section name="Appendix/Screenshots" id="{A6490A43-5B02-4F73-AADB-99DD34850C0F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375F"/>
    <a:srgbClr val="6C6C6C"/>
    <a:srgbClr val="767676"/>
    <a:srgbClr val="FFFFFF"/>
    <a:srgbClr val="EAF4F4"/>
    <a:srgbClr val="44B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060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992661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52FC0262-0563-2901-53C3-B38059D45939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10733" y="1724124"/>
            <a:ext cx="7920193" cy="738664"/>
          </a:xfrm>
          <a:prstGeom prst="rect">
            <a:avLst/>
          </a:prstGeom>
        </p:spPr>
        <p:txBody>
          <a:bodyPr vert="horz" anchor="b"/>
          <a:lstStyle>
            <a:lvl1pPr algn="l">
              <a:defRPr sz="48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Title Slide: Dark</a:t>
            </a:r>
            <a:endParaRPr lang="da-DK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3BF0FFA-704B-59EA-1A80-B8CB63070D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10733" y="2550985"/>
            <a:ext cx="7920193" cy="512897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133" b="1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E7F30698-216A-32AA-DAD9-9A06C65C75B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10732" y="3505738"/>
            <a:ext cx="3800147" cy="305789"/>
          </a:xfrm>
        </p:spPr>
        <p:txBody>
          <a:bodyPr tIns="9144" bIns="9144" anchor="b">
            <a:sp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 sz="1867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MM, DD, YYYY</a:t>
            </a:r>
            <a:endParaRPr lang="en-I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1B90C72-867C-DFE3-E828-C2557255DD12}"/>
              </a:ext>
            </a:extLst>
          </p:cNvPr>
          <p:cNvGrpSpPr/>
          <p:nvPr userDrawn="1"/>
        </p:nvGrpSpPr>
        <p:grpSpPr>
          <a:xfrm>
            <a:off x="625600" y="4994019"/>
            <a:ext cx="2322411" cy="562175"/>
            <a:chOff x="-2459325" y="909338"/>
            <a:chExt cx="2090498" cy="50603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511F205-3EA2-74F3-8A1E-D15A8B569CA3}"/>
                </a:ext>
              </a:extLst>
            </p:cNvPr>
            <p:cNvSpPr/>
            <p:nvPr/>
          </p:nvSpPr>
          <p:spPr>
            <a:xfrm>
              <a:off x="-1594801" y="1254927"/>
              <a:ext cx="109813" cy="111433"/>
            </a:xfrm>
            <a:custGeom>
              <a:avLst/>
              <a:gdLst>
                <a:gd name="connsiteX0" fmla="*/ 49434 w 109813"/>
                <a:gd name="connsiteY0" fmla="*/ 83233 h 111433"/>
                <a:gd name="connsiteX1" fmla="*/ 83776 w 109813"/>
                <a:gd name="connsiteY1" fmla="*/ -10442 h 111433"/>
                <a:gd name="connsiteX2" fmla="*/ 104142 w 109813"/>
                <a:gd name="connsiteY2" fmla="*/ -10442 h 111433"/>
                <a:gd name="connsiteX3" fmla="*/ 60423 w 109813"/>
                <a:gd name="connsiteY3" fmla="*/ 100991 h 111433"/>
                <a:gd name="connsiteX4" fmla="*/ 38030 w 109813"/>
                <a:gd name="connsiteY4" fmla="*/ 100991 h 111433"/>
                <a:gd name="connsiteX5" fmla="*/ -5671 w 109813"/>
                <a:gd name="connsiteY5" fmla="*/ -10262 h 111433"/>
                <a:gd name="connsiteX6" fmla="*/ 14967 w 109813"/>
                <a:gd name="connsiteY6" fmla="*/ -10262 h 111433"/>
                <a:gd name="connsiteX7" fmla="*/ 49434 w 109813"/>
                <a:gd name="connsiteY7" fmla="*/ 83233 h 11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813" h="111433">
                  <a:moveTo>
                    <a:pt x="49434" y="83233"/>
                  </a:moveTo>
                  <a:lnTo>
                    <a:pt x="83776" y="-10442"/>
                  </a:lnTo>
                  <a:lnTo>
                    <a:pt x="104142" y="-10442"/>
                  </a:lnTo>
                  <a:lnTo>
                    <a:pt x="60423" y="100991"/>
                  </a:lnTo>
                  <a:lnTo>
                    <a:pt x="38030" y="100991"/>
                  </a:lnTo>
                  <a:lnTo>
                    <a:pt x="-5671" y="-10262"/>
                  </a:lnTo>
                  <a:lnTo>
                    <a:pt x="14967" y="-10262"/>
                  </a:lnTo>
                  <a:lnTo>
                    <a:pt x="49434" y="83233"/>
                  </a:lnTo>
                  <a:close/>
                </a:path>
              </a:pathLst>
            </a:custGeom>
            <a:solidFill>
              <a:schemeClr val="bg1"/>
            </a:solidFill>
            <a:ln w="180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91F29A0-806D-1376-16BA-7BAC68AB2A5E}"/>
                </a:ext>
              </a:extLst>
            </p:cNvPr>
            <p:cNvSpPr/>
            <p:nvPr/>
          </p:nvSpPr>
          <p:spPr>
            <a:xfrm rot="19821841">
              <a:off x="-2459325" y="958273"/>
              <a:ext cx="248542" cy="188457"/>
            </a:xfrm>
            <a:custGeom>
              <a:avLst/>
              <a:gdLst>
                <a:gd name="connsiteX0" fmla="*/ -4841 w 248542"/>
                <a:gd name="connsiteY0" fmla="*/ 140058 h 188457"/>
                <a:gd name="connsiteX1" fmla="*/ 243701 w 248542"/>
                <a:gd name="connsiteY1" fmla="*/ -9436 h 188457"/>
                <a:gd name="connsiteX2" fmla="*/ 243290 w 248542"/>
                <a:gd name="connsiteY2" fmla="*/ 70926 h 188457"/>
                <a:gd name="connsiteX3" fmla="*/ 236713 w 248542"/>
                <a:gd name="connsiteY3" fmla="*/ 74863 h 188457"/>
                <a:gd name="connsiteX4" fmla="*/ 63593 w 248542"/>
                <a:gd name="connsiteY4" fmla="*/ 179022 h 188457"/>
                <a:gd name="connsiteX5" fmla="*/ -4841 w 248542"/>
                <a:gd name="connsiteY5" fmla="*/ 140058 h 188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542" h="188457">
                  <a:moveTo>
                    <a:pt x="-4841" y="140058"/>
                  </a:moveTo>
                  <a:lnTo>
                    <a:pt x="243701" y="-9436"/>
                  </a:lnTo>
                  <a:lnTo>
                    <a:pt x="243290" y="70926"/>
                  </a:lnTo>
                  <a:lnTo>
                    <a:pt x="236713" y="74863"/>
                  </a:lnTo>
                  <a:lnTo>
                    <a:pt x="63593" y="179022"/>
                  </a:lnTo>
                  <a:lnTo>
                    <a:pt x="-4841" y="140058"/>
                  </a:lnTo>
                  <a:close/>
                </a:path>
              </a:pathLst>
            </a:custGeom>
            <a:solidFill>
              <a:srgbClr val="00B3B2"/>
            </a:solidFill>
            <a:ln w="368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B2831CC-8610-2CB4-5A7F-DF4B9C7AEDDE}"/>
                </a:ext>
              </a:extLst>
            </p:cNvPr>
            <p:cNvSpPr/>
            <p:nvPr/>
          </p:nvSpPr>
          <p:spPr>
            <a:xfrm rot="1712540">
              <a:off x="-2259001" y="948985"/>
              <a:ext cx="242434" cy="288023"/>
            </a:xfrm>
            <a:custGeom>
              <a:avLst/>
              <a:gdLst>
                <a:gd name="connsiteX0" fmla="*/ -2745 w 242434"/>
                <a:gd name="connsiteY0" fmla="*/ 276391 h 288023"/>
                <a:gd name="connsiteX1" fmla="*/ -2745 w 242434"/>
                <a:gd name="connsiteY1" fmla="*/ -11633 h 288023"/>
                <a:gd name="connsiteX2" fmla="*/ 239690 w 242434"/>
                <a:gd name="connsiteY2" fmla="*/ 144627 h 288023"/>
                <a:gd name="connsiteX3" fmla="*/ 181163 w 242434"/>
                <a:gd name="connsiteY3" fmla="*/ 176102 h 288023"/>
                <a:gd name="connsiteX4" fmla="*/ 151465 w 242434"/>
                <a:gd name="connsiteY4" fmla="*/ 157449 h 288023"/>
                <a:gd name="connsiteX5" fmla="*/ 55754 w 242434"/>
                <a:gd name="connsiteY5" fmla="*/ 209922 h 288023"/>
                <a:gd name="connsiteX6" fmla="*/ 55754 w 242434"/>
                <a:gd name="connsiteY6" fmla="*/ 244905 h 288023"/>
                <a:gd name="connsiteX7" fmla="*/ -2745 w 242434"/>
                <a:gd name="connsiteY7" fmla="*/ 276391 h 288023"/>
                <a:gd name="connsiteX8" fmla="*/ 55754 w 242434"/>
                <a:gd name="connsiteY8" fmla="*/ 95649 h 288023"/>
                <a:gd name="connsiteX9" fmla="*/ 55754 w 242434"/>
                <a:gd name="connsiteY9" fmla="*/ 171444 h 288023"/>
                <a:gd name="connsiteX10" fmla="*/ 119153 w 242434"/>
                <a:gd name="connsiteY10" fmla="*/ 136462 h 288023"/>
                <a:gd name="connsiteX11" fmla="*/ 55754 w 242434"/>
                <a:gd name="connsiteY11" fmla="*/ 95649 h 28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434" h="288023">
                  <a:moveTo>
                    <a:pt x="-2745" y="276391"/>
                  </a:moveTo>
                  <a:lnTo>
                    <a:pt x="-2745" y="-11633"/>
                  </a:lnTo>
                  <a:lnTo>
                    <a:pt x="239690" y="144627"/>
                  </a:lnTo>
                  <a:lnTo>
                    <a:pt x="181163" y="176102"/>
                  </a:lnTo>
                  <a:lnTo>
                    <a:pt x="151465" y="157449"/>
                  </a:lnTo>
                  <a:lnTo>
                    <a:pt x="55754" y="209922"/>
                  </a:lnTo>
                  <a:lnTo>
                    <a:pt x="55754" y="244905"/>
                  </a:lnTo>
                  <a:lnTo>
                    <a:pt x="-2745" y="276391"/>
                  </a:lnTo>
                  <a:close/>
                  <a:moveTo>
                    <a:pt x="55754" y="95649"/>
                  </a:moveTo>
                  <a:lnTo>
                    <a:pt x="55754" y="171444"/>
                  </a:lnTo>
                  <a:lnTo>
                    <a:pt x="119153" y="136462"/>
                  </a:lnTo>
                  <a:lnTo>
                    <a:pt x="55754" y="95649"/>
                  </a:lnTo>
                  <a:close/>
                </a:path>
              </a:pathLst>
            </a:custGeom>
            <a:solidFill>
              <a:schemeClr val="bg1"/>
            </a:solidFill>
            <a:ln w="815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7DCFE28-1905-650A-625C-A19A4CE6E32F}"/>
                </a:ext>
              </a:extLst>
            </p:cNvPr>
            <p:cNvSpPr/>
            <p:nvPr/>
          </p:nvSpPr>
          <p:spPr>
            <a:xfrm>
              <a:off x="-1995178" y="909338"/>
              <a:ext cx="200128" cy="254152"/>
            </a:xfrm>
            <a:custGeom>
              <a:avLst/>
              <a:gdLst>
                <a:gd name="connsiteX0" fmla="*/ 56742 w 200128"/>
                <a:gd name="connsiteY0" fmla="*/ 84973 h 254152"/>
                <a:gd name="connsiteX1" fmla="*/ 80187 w 200128"/>
                <a:gd name="connsiteY1" fmla="*/ 63567 h 254152"/>
                <a:gd name="connsiteX2" fmla="*/ 115184 w 200128"/>
                <a:gd name="connsiteY2" fmla="*/ 55411 h 254152"/>
                <a:gd name="connsiteX3" fmla="*/ 157655 w 200128"/>
                <a:gd name="connsiteY3" fmla="*/ 67303 h 254152"/>
                <a:gd name="connsiteX4" fmla="*/ 187725 w 200128"/>
                <a:gd name="connsiteY4" fmla="*/ 101281 h 254152"/>
                <a:gd name="connsiteX5" fmla="*/ 198769 w 200128"/>
                <a:gd name="connsiteY5" fmla="*/ 152589 h 254152"/>
                <a:gd name="connsiteX6" fmla="*/ 187725 w 200128"/>
                <a:gd name="connsiteY6" fmla="*/ 204065 h 254152"/>
                <a:gd name="connsiteX7" fmla="*/ 157655 w 200128"/>
                <a:gd name="connsiteY7" fmla="*/ 238380 h 254152"/>
                <a:gd name="connsiteX8" fmla="*/ 115184 w 200128"/>
                <a:gd name="connsiteY8" fmla="*/ 250443 h 254152"/>
                <a:gd name="connsiteX9" fmla="*/ 80187 w 200128"/>
                <a:gd name="connsiteY9" fmla="*/ 242459 h 254152"/>
                <a:gd name="connsiteX10" fmla="*/ 56742 w 200128"/>
                <a:gd name="connsiteY10" fmla="*/ 221221 h 254152"/>
                <a:gd name="connsiteX11" fmla="*/ 56742 w 200128"/>
                <a:gd name="connsiteY11" fmla="*/ 247725 h 254152"/>
                <a:gd name="connsiteX12" fmla="*/ -1359 w 200128"/>
                <a:gd name="connsiteY12" fmla="*/ 247725 h 254152"/>
                <a:gd name="connsiteX13" fmla="*/ -1359 w 200128"/>
                <a:gd name="connsiteY13" fmla="*/ -3709 h 254152"/>
                <a:gd name="connsiteX14" fmla="*/ 56742 w 200128"/>
                <a:gd name="connsiteY14" fmla="*/ -3709 h 254152"/>
                <a:gd name="connsiteX15" fmla="*/ 56742 w 200128"/>
                <a:gd name="connsiteY15" fmla="*/ 84973 h 254152"/>
                <a:gd name="connsiteX16" fmla="*/ 139648 w 200128"/>
                <a:gd name="connsiteY16" fmla="*/ 152589 h 254152"/>
                <a:gd name="connsiteX17" fmla="*/ 127585 w 200128"/>
                <a:gd name="connsiteY17" fmla="*/ 118440 h 254152"/>
                <a:gd name="connsiteX18" fmla="*/ 97854 w 200128"/>
                <a:gd name="connsiteY18" fmla="*/ 106039 h 254152"/>
                <a:gd name="connsiteX19" fmla="*/ 68463 w 200128"/>
                <a:gd name="connsiteY19" fmla="*/ 118611 h 254152"/>
                <a:gd name="connsiteX20" fmla="*/ 56403 w 200128"/>
                <a:gd name="connsiteY20" fmla="*/ 152928 h 254152"/>
                <a:gd name="connsiteX21" fmla="*/ 68463 w 200128"/>
                <a:gd name="connsiteY21" fmla="*/ 187246 h 254152"/>
                <a:gd name="connsiteX22" fmla="*/ 97854 w 200128"/>
                <a:gd name="connsiteY22" fmla="*/ 199817 h 254152"/>
                <a:gd name="connsiteX23" fmla="*/ 127416 w 200128"/>
                <a:gd name="connsiteY23" fmla="*/ 187075 h 254152"/>
                <a:gd name="connsiteX24" fmla="*/ 139648 w 200128"/>
                <a:gd name="connsiteY24" fmla="*/ 152589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56742" y="84973"/>
                  </a:moveTo>
                  <a:cubicBezTo>
                    <a:pt x="62178" y="76138"/>
                    <a:pt x="69993" y="69002"/>
                    <a:pt x="80187" y="63567"/>
                  </a:cubicBezTo>
                  <a:cubicBezTo>
                    <a:pt x="90381" y="58131"/>
                    <a:pt x="102045" y="55411"/>
                    <a:pt x="115184" y="55411"/>
                  </a:cubicBezTo>
                  <a:cubicBezTo>
                    <a:pt x="130813" y="55411"/>
                    <a:pt x="144969" y="59376"/>
                    <a:pt x="157655" y="67303"/>
                  </a:cubicBezTo>
                  <a:cubicBezTo>
                    <a:pt x="170340" y="75233"/>
                    <a:pt x="180363" y="86557"/>
                    <a:pt x="187725" y="101281"/>
                  </a:cubicBezTo>
                  <a:cubicBezTo>
                    <a:pt x="195087" y="116005"/>
                    <a:pt x="198769" y="133107"/>
                    <a:pt x="198769" y="152589"/>
                  </a:cubicBezTo>
                  <a:cubicBezTo>
                    <a:pt x="198769" y="172068"/>
                    <a:pt x="195087" y="189227"/>
                    <a:pt x="187725" y="204065"/>
                  </a:cubicBezTo>
                  <a:cubicBezTo>
                    <a:pt x="180363" y="218900"/>
                    <a:pt x="170340" y="230339"/>
                    <a:pt x="157655" y="238380"/>
                  </a:cubicBezTo>
                  <a:cubicBezTo>
                    <a:pt x="144969" y="246421"/>
                    <a:pt x="130813" y="250443"/>
                    <a:pt x="115184" y="250443"/>
                  </a:cubicBezTo>
                  <a:cubicBezTo>
                    <a:pt x="101819" y="250443"/>
                    <a:pt x="90153" y="247782"/>
                    <a:pt x="80187" y="242459"/>
                  </a:cubicBezTo>
                  <a:cubicBezTo>
                    <a:pt x="70219" y="237135"/>
                    <a:pt x="62403" y="230056"/>
                    <a:pt x="56742" y="221221"/>
                  </a:cubicBezTo>
                  <a:lnTo>
                    <a:pt x="56742" y="247725"/>
                  </a:lnTo>
                  <a:lnTo>
                    <a:pt x="-1359" y="247725"/>
                  </a:lnTo>
                  <a:lnTo>
                    <a:pt x="-1359" y="-3709"/>
                  </a:lnTo>
                  <a:lnTo>
                    <a:pt x="56742" y="-3709"/>
                  </a:lnTo>
                  <a:lnTo>
                    <a:pt x="56742" y="84973"/>
                  </a:lnTo>
                  <a:close/>
                  <a:moveTo>
                    <a:pt x="139648" y="152589"/>
                  </a:moveTo>
                  <a:cubicBezTo>
                    <a:pt x="139648" y="138091"/>
                    <a:pt x="135626" y="126709"/>
                    <a:pt x="127585" y="118440"/>
                  </a:cubicBezTo>
                  <a:cubicBezTo>
                    <a:pt x="119543" y="110173"/>
                    <a:pt x="109632" y="106039"/>
                    <a:pt x="97854" y="106039"/>
                  </a:cubicBezTo>
                  <a:cubicBezTo>
                    <a:pt x="86302" y="106039"/>
                    <a:pt x="76505" y="110230"/>
                    <a:pt x="68463" y="118611"/>
                  </a:cubicBezTo>
                  <a:cubicBezTo>
                    <a:pt x="60422" y="126992"/>
                    <a:pt x="56403" y="138430"/>
                    <a:pt x="56403" y="152928"/>
                  </a:cubicBezTo>
                  <a:cubicBezTo>
                    <a:pt x="56403" y="167424"/>
                    <a:pt x="60422" y="178862"/>
                    <a:pt x="68463" y="187246"/>
                  </a:cubicBezTo>
                  <a:cubicBezTo>
                    <a:pt x="76505" y="195627"/>
                    <a:pt x="86302" y="199817"/>
                    <a:pt x="97854" y="199817"/>
                  </a:cubicBezTo>
                  <a:cubicBezTo>
                    <a:pt x="109407" y="199817"/>
                    <a:pt x="119261" y="195570"/>
                    <a:pt x="127416" y="187075"/>
                  </a:cubicBezTo>
                  <a:cubicBezTo>
                    <a:pt x="135569" y="178580"/>
                    <a:pt x="139648" y="167084"/>
                    <a:pt x="139648" y="15258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59243DF-B1BD-5775-D84E-25E871BFE2C3}"/>
                </a:ext>
              </a:extLst>
            </p:cNvPr>
            <p:cNvSpPr/>
            <p:nvPr/>
          </p:nvSpPr>
          <p:spPr>
            <a:xfrm>
              <a:off x="-1741943" y="968459"/>
              <a:ext cx="190274" cy="195031"/>
            </a:xfrm>
            <a:custGeom>
              <a:avLst/>
              <a:gdLst>
                <a:gd name="connsiteX0" fmla="*/ 188078 w 190274"/>
                <a:gd name="connsiteY0" fmla="*/ 90645 h 195031"/>
                <a:gd name="connsiteX1" fmla="*/ 187059 w 190274"/>
                <a:gd name="connsiteY1" fmla="*/ 107635 h 195031"/>
                <a:gd name="connsiteX2" fmla="*/ 55566 w 190274"/>
                <a:gd name="connsiteY2" fmla="*/ 107635 h 195031"/>
                <a:gd name="connsiteX3" fmla="*/ 66948 w 190274"/>
                <a:gd name="connsiteY3" fmla="*/ 134648 h 195031"/>
                <a:gd name="connsiteX4" fmla="*/ 91582 w 190274"/>
                <a:gd name="connsiteY4" fmla="*/ 143991 h 195031"/>
                <a:gd name="connsiteX5" fmla="*/ 121821 w 190274"/>
                <a:gd name="connsiteY5" fmla="*/ 125642 h 195031"/>
                <a:gd name="connsiteX6" fmla="*/ 183660 w 190274"/>
                <a:gd name="connsiteY6" fmla="*/ 125642 h 195031"/>
                <a:gd name="connsiteX7" fmla="*/ 166503 w 190274"/>
                <a:gd name="connsiteY7" fmla="*/ 159280 h 195031"/>
                <a:gd name="connsiteX8" fmla="*/ 135412 w 190274"/>
                <a:gd name="connsiteY8" fmla="*/ 182724 h 195031"/>
                <a:gd name="connsiteX9" fmla="*/ 93621 w 190274"/>
                <a:gd name="connsiteY9" fmla="*/ 191219 h 195031"/>
                <a:gd name="connsiteX10" fmla="*/ 44014 w 190274"/>
                <a:gd name="connsiteY10" fmla="*/ 179327 h 195031"/>
                <a:gd name="connsiteX11" fmla="*/ 10036 w 190274"/>
                <a:gd name="connsiteY11" fmla="*/ 145350 h 195031"/>
                <a:gd name="connsiteX12" fmla="*/ -2196 w 190274"/>
                <a:gd name="connsiteY12" fmla="*/ 93705 h 195031"/>
                <a:gd name="connsiteX13" fmla="*/ 9865 w 190274"/>
                <a:gd name="connsiteY13" fmla="*/ 42057 h 195031"/>
                <a:gd name="connsiteX14" fmla="*/ 43674 w 190274"/>
                <a:gd name="connsiteY14" fmla="*/ 8080 h 195031"/>
                <a:gd name="connsiteX15" fmla="*/ 93621 w 190274"/>
                <a:gd name="connsiteY15" fmla="*/ -3812 h 195031"/>
                <a:gd name="connsiteX16" fmla="*/ 142548 w 190274"/>
                <a:gd name="connsiteY16" fmla="*/ 7740 h 195031"/>
                <a:gd name="connsiteX17" fmla="*/ 176015 w 190274"/>
                <a:gd name="connsiteY17" fmla="*/ 40699 h 195031"/>
                <a:gd name="connsiteX18" fmla="*/ 188078 w 190274"/>
                <a:gd name="connsiteY18" fmla="*/ 90645 h 195031"/>
                <a:gd name="connsiteX19" fmla="*/ 128618 w 190274"/>
                <a:gd name="connsiteY19" fmla="*/ 75356 h 195031"/>
                <a:gd name="connsiteX20" fmla="*/ 118424 w 190274"/>
                <a:gd name="connsiteY20" fmla="*/ 51572 h 195031"/>
                <a:gd name="connsiteX21" fmla="*/ 92941 w 190274"/>
                <a:gd name="connsiteY21" fmla="*/ 42737 h 195031"/>
                <a:gd name="connsiteX22" fmla="*/ 68307 w 190274"/>
                <a:gd name="connsiteY22" fmla="*/ 51232 h 195031"/>
                <a:gd name="connsiteX23" fmla="*/ 55906 w 190274"/>
                <a:gd name="connsiteY23" fmla="*/ 75356 h 195031"/>
                <a:gd name="connsiteX24" fmla="*/ 12861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8078" y="90645"/>
                  </a:moveTo>
                  <a:cubicBezTo>
                    <a:pt x="188078" y="96083"/>
                    <a:pt x="187739" y="101746"/>
                    <a:pt x="187059" y="107635"/>
                  </a:cubicBezTo>
                  <a:lnTo>
                    <a:pt x="55566" y="107635"/>
                  </a:lnTo>
                  <a:cubicBezTo>
                    <a:pt x="56471" y="119413"/>
                    <a:pt x="60265" y="128416"/>
                    <a:pt x="66948" y="134648"/>
                  </a:cubicBezTo>
                  <a:cubicBezTo>
                    <a:pt x="73630" y="140876"/>
                    <a:pt x="81843" y="143991"/>
                    <a:pt x="91582" y="143991"/>
                  </a:cubicBezTo>
                  <a:cubicBezTo>
                    <a:pt x="106078" y="143991"/>
                    <a:pt x="116158" y="137874"/>
                    <a:pt x="121821" y="125642"/>
                  </a:cubicBezTo>
                  <a:lnTo>
                    <a:pt x="183660" y="125642"/>
                  </a:lnTo>
                  <a:cubicBezTo>
                    <a:pt x="180491" y="138102"/>
                    <a:pt x="174770" y="149314"/>
                    <a:pt x="166503" y="159280"/>
                  </a:cubicBezTo>
                  <a:cubicBezTo>
                    <a:pt x="158234" y="169248"/>
                    <a:pt x="147872" y="177061"/>
                    <a:pt x="135412" y="182724"/>
                  </a:cubicBezTo>
                  <a:cubicBezTo>
                    <a:pt x="122954" y="188388"/>
                    <a:pt x="109024" y="191219"/>
                    <a:pt x="93621" y="191219"/>
                  </a:cubicBezTo>
                  <a:cubicBezTo>
                    <a:pt x="75046" y="191219"/>
                    <a:pt x="58510" y="187255"/>
                    <a:pt x="44014" y="179327"/>
                  </a:cubicBezTo>
                  <a:cubicBezTo>
                    <a:pt x="29516" y="171400"/>
                    <a:pt x="18189" y="160073"/>
                    <a:pt x="10036" y="145350"/>
                  </a:cubicBezTo>
                  <a:cubicBezTo>
                    <a:pt x="1881" y="130626"/>
                    <a:pt x="-2196" y="113410"/>
                    <a:pt x="-2196" y="93705"/>
                  </a:cubicBezTo>
                  <a:cubicBezTo>
                    <a:pt x="-2196" y="73997"/>
                    <a:pt x="1824" y="56781"/>
                    <a:pt x="9865" y="42057"/>
                  </a:cubicBezTo>
                  <a:cubicBezTo>
                    <a:pt x="17906" y="27334"/>
                    <a:pt x="29176" y="16009"/>
                    <a:pt x="43674" y="8080"/>
                  </a:cubicBezTo>
                  <a:cubicBezTo>
                    <a:pt x="58170" y="152"/>
                    <a:pt x="74820" y="-3812"/>
                    <a:pt x="93621" y="-3812"/>
                  </a:cubicBezTo>
                  <a:cubicBezTo>
                    <a:pt x="111967" y="-3812"/>
                    <a:pt x="128278" y="38"/>
                    <a:pt x="142548" y="7740"/>
                  </a:cubicBezTo>
                  <a:cubicBezTo>
                    <a:pt x="156818" y="15442"/>
                    <a:pt x="167974" y="26429"/>
                    <a:pt x="176015" y="40699"/>
                  </a:cubicBezTo>
                  <a:cubicBezTo>
                    <a:pt x="184057" y="54969"/>
                    <a:pt x="188078" y="71619"/>
                    <a:pt x="188078" y="90645"/>
                  </a:cubicBezTo>
                  <a:close/>
                  <a:moveTo>
                    <a:pt x="128618" y="75356"/>
                  </a:moveTo>
                  <a:cubicBezTo>
                    <a:pt x="128618" y="65388"/>
                    <a:pt x="125221" y="57461"/>
                    <a:pt x="118424" y="51572"/>
                  </a:cubicBezTo>
                  <a:cubicBezTo>
                    <a:pt x="111628" y="45683"/>
                    <a:pt x="103135" y="42737"/>
                    <a:pt x="92941" y="42737"/>
                  </a:cubicBezTo>
                  <a:cubicBezTo>
                    <a:pt x="83201" y="42737"/>
                    <a:pt x="74989" y="45569"/>
                    <a:pt x="68307" y="51232"/>
                  </a:cubicBezTo>
                  <a:cubicBezTo>
                    <a:pt x="61624" y="56895"/>
                    <a:pt x="57490" y="64937"/>
                    <a:pt x="55906" y="75356"/>
                  </a:cubicBezTo>
                  <a:lnTo>
                    <a:pt x="12861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8E4523C-4A94-CA28-D16F-BE348D122C2A}"/>
                </a:ext>
              </a:extLst>
            </p:cNvPr>
            <p:cNvSpPr/>
            <p:nvPr/>
          </p:nvSpPr>
          <p:spPr>
            <a:xfrm>
              <a:off x="-1487570" y="969138"/>
              <a:ext cx="117562" cy="191634"/>
            </a:xfrm>
            <a:custGeom>
              <a:avLst/>
              <a:gdLst>
                <a:gd name="connsiteX0" fmla="*/ 55173 w 117562"/>
                <a:gd name="connsiteY0" fmla="*/ 29829 h 191634"/>
                <a:gd name="connsiteX1" fmla="*/ 80656 w 117562"/>
                <a:gd name="connsiteY1" fmla="*/ 5197 h 191634"/>
                <a:gd name="connsiteX2" fmla="*/ 114633 w 117562"/>
                <a:gd name="connsiteY2" fmla="*/ -3809 h 191634"/>
                <a:gd name="connsiteX3" fmla="*/ 114633 w 117562"/>
                <a:gd name="connsiteY3" fmla="*/ 57692 h 191634"/>
                <a:gd name="connsiteX4" fmla="*/ 98662 w 117562"/>
                <a:gd name="connsiteY4" fmla="*/ 57692 h 191634"/>
                <a:gd name="connsiteX5" fmla="*/ 66046 w 117562"/>
                <a:gd name="connsiteY5" fmla="*/ 67035 h 191634"/>
                <a:gd name="connsiteX6" fmla="*/ 55173 w 117562"/>
                <a:gd name="connsiteY6" fmla="*/ 99823 h 191634"/>
                <a:gd name="connsiteX7" fmla="*/ 55173 w 117562"/>
                <a:gd name="connsiteY7" fmla="*/ 187826 h 191634"/>
                <a:gd name="connsiteX8" fmla="*/ -2929 w 117562"/>
                <a:gd name="connsiteY8" fmla="*/ 187826 h 191634"/>
                <a:gd name="connsiteX9" fmla="*/ -2929 w 117562"/>
                <a:gd name="connsiteY9" fmla="*/ -1768 h 191634"/>
                <a:gd name="connsiteX10" fmla="*/ 55173 w 117562"/>
                <a:gd name="connsiteY10" fmla="*/ -1768 h 191634"/>
                <a:gd name="connsiteX11" fmla="*/ 55173 w 117562"/>
                <a:gd name="connsiteY11" fmla="*/ 2982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562" h="191634">
                  <a:moveTo>
                    <a:pt x="55173" y="29829"/>
                  </a:moveTo>
                  <a:cubicBezTo>
                    <a:pt x="61967" y="19410"/>
                    <a:pt x="70462" y="11200"/>
                    <a:pt x="80656" y="5197"/>
                  </a:cubicBezTo>
                  <a:cubicBezTo>
                    <a:pt x="90849" y="-806"/>
                    <a:pt x="102176" y="-3809"/>
                    <a:pt x="114633" y="-3809"/>
                  </a:cubicBezTo>
                  <a:lnTo>
                    <a:pt x="114633" y="57692"/>
                  </a:lnTo>
                  <a:lnTo>
                    <a:pt x="98662" y="57692"/>
                  </a:lnTo>
                  <a:cubicBezTo>
                    <a:pt x="84167" y="57692"/>
                    <a:pt x="73294" y="60807"/>
                    <a:pt x="66046" y="67035"/>
                  </a:cubicBezTo>
                  <a:cubicBezTo>
                    <a:pt x="58795" y="73264"/>
                    <a:pt x="55173" y="84194"/>
                    <a:pt x="55173" y="99823"/>
                  </a:cubicBezTo>
                  <a:lnTo>
                    <a:pt x="55173" y="187826"/>
                  </a:lnTo>
                  <a:lnTo>
                    <a:pt x="-2929" y="187826"/>
                  </a:lnTo>
                  <a:lnTo>
                    <a:pt x="-2929" y="-1768"/>
                  </a:lnTo>
                  <a:lnTo>
                    <a:pt x="55173" y="-1768"/>
                  </a:lnTo>
                  <a:lnTo>
                    <a:pt x="55173" y="29829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AEEBAB0-25FE-18F9-5341-F7E4CCEEF4B2}"/>
                </a:ext>
              </a:extLst>
            </p:cNvPr>
            <p:cNvSpPr/>
            <p:nvPr/>
          </p:nvSpPr>
          <p:spPr>
            <a:xfrm>
              <a:off x="-1317989" y="909338"/>
              <a:ext cx="200128" cy="254152"/>
            </a:xfrm>
            <a:custGeom>
              <a:avLst/>
              <a:gdLst>
                <a:gd name="connsiteX0" fmla="*/ -3629 w 200128"/>
                <a:gd name="connsiteY0" fmla="*/ 152589 h 254152"/>
                <a:gd name="connsiteX1" fmla="*/ 7413 w 200128"/>
                <a:gd name="connsiteY1" fmla="*/ 101281 h 254152"/>
                <a:gd name="connsiteX2" fmla="*/ 37483 w 200128"/>
                <a:gd name="connsiteY2" fmla="*/ 67303 h 254152"/>
                <a:gd name="connsiteX3" fmla="*/ 79956 w 200128"/>
                <a:gd name="connsiteY3" fmla="*/ 55411 h 254152"/>
                <a:gd name="connsiteX4" fmla="*/ 114103 w 200128"/>
                <a:gd name="connsiteY4" fmla="*/ 63227 h 254152"/>
                <a:gd name="connsiteX5" fmla="*/ 138398 w 200128"/>
                <a:gd name="connsiteY5" fmla="*/ 84294 h 254152"/>
                <a:gd name="connsiteX6" fmla="*/ 138398 w 200128"/>
                <a:gd name="connsiteY6" fmla="*/ -3709 h 254152"/>
                <a:gd name="connsiteX7" fmla="*/ 196500 w 200128"/>
                <a:gd name="connsiteY7" fmla="*/ -3709 h 254152"/>
                <a:gd name="connsiteX8" fmla="*/ 196500 w 200128"/>
                <a:gd name="connsiteY8" fmla="*/ 247725 h 254152"/>
                <a:gd name="connsiteX9" fmla="*/ 138398 w 200128"/>
                <a:gd name="connsiteY9" fmla="*/ 247725 h 254152"/>
                <a:gd name="connsiteX10" fmla="*/ 138398 w 200128"/>
                <a:gd name="connsiteY10" fmla="*/ 220542 h 254152"/>
                <a:gd name="connsiteX11" fmla="*/ 115122 w 200128"/>
                <a:gd name="connsiteY11" fmla="*/ 242288 h 254152"/>
                <a:gd name="connsiteX12" fmla="*/ 79956 w 200128"/>
                <a:gd name="connsiteY12" fmla="*/ 250443 h 254152"/>
                <a:gd name="connsiteX13" fmla="*/ 37483 w 200128"/>
                <a:gd name="connsiteY13" fmla="*/ 238380 h 254152"/>
                <a:gd name="connsiteX14" fmla="*/ 7413 w 200128"/>
                <a:gd name="connsiteY14" fmla="*/ 204065 h 254152"/>
                <a:gd name="connsiteX15" fmla="*/ -3629 w 200128"/>
                <a:gd name="connsiteY15" fmla="*/ 152589 h 254152"/>
                <a:gd name="connsiteX16" fmla="*/ 138398 w 200128"/>
                <a:gd name="connsiteY16" fmla="*/ 152928 h 254152"/>
                <a:gd name="connsiteX17" fmla="*/ 126334 w 200128"/>
                <a:gd name="connsiteY17" fmla="*/ 118611 h 254152"/>
                <a:gd name="connsiteX18" fmla="*/ 96944 w 200128"/>
                <a:gd name="connsiteY18" fmla="*/ 106039 h 254152"/>
                <a:gd name="connsiteX19" fmla="*/ 67553 w 200128"/>
                <a:gd name="connsiteY19" fmla="*/ 118440 h 254152"/>
                <a:gd name="connsiteX20" fmla="*/ 55492 w 200128"/>
                <a:gd name="connsiteY20" fmla="*/ 152589 h 254152"/>
                <a:gd name="connsiteX21" fmla="*/ 67553 w 200128"/>
                <a:gd name="connsiteY21" fmla="*/ 187075 h 254152"/>
                <a:gd name="connsiteX22" fmla="*/ 96944 w 200128"/>
                <a:gd name="connsiteY22" fmla="*/ 199817 h 254152"/>
                <a:gd name="connsiteX23" fmla="*/ 126334 w 200128"/>
                <a:gd name="connsiteY23" fmla="*/ 187246 h 254152"/>
                <a:gd name="connsiteX24" fmla="*/ 138398 w 200128"/>
                <a:gd name="connsiteY24" fmla="*/ 152928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-3629" y="152589"/>
                  </a:moveTo>
                  <a:cubicBezTo>
                    <a:pt x="-3629" y="133107"/>
                    <a:pt x="51" y="116005"/>
                    <a:pt x="7413" y="101281"/>
                  </a:cubicBezTo>
                  <a:cubicBezTo>
                    <a:pt x="14775" y="86557"/>
                    <a:pt x="24797" y="75233"/>
                    <a:pt x="37483" y="67303"/>
                  </a:cubicBezTo>
                  <a:cubicBezTo>
                    <a:pt x="50169" y="59376"/>
                    <a:pt x="64325" y="55411"/>
                    <a:pt x="79956" y="55411"/>
                  </a:cubicBezTo>
                  <a:cubicBezTo>
                    <a:pt x="92413" y="55411"/>
                    <a:pt x="103797" y="58017"/>
                    <a:pt x="114103" y="63227"/>
                  </a:cubicBezTo>
                  <a:cubicBezTo>
                    <a:pt x="124410" y="68437"/>
                    <a:pt x="132509" y="75459"/>
                    <a:pt x="138398" y="84294"/>
                  </a:cubicBezTo>
                  <a:lnTo>
                    <a:pt x="138398" y="-3709"/>
                  </a:lnTo>
                  <a:lnTo>
                    <a:pt x="196500" y="-3709"/>
                  </a:lnTo>
                  <a:lnTo>
                    <a:pt x="196500" y="247725"/>
                  </a:lnTo>
                  <a:lnTo>
                    <a:pt x="138398" y="247725"/>
                  </a:lnTo>
                  <a:lnTo>
                    <a:pt x="138398" y="220542"/>
                  </a:lnTo>
                  <a:cubicBezTo>
                    <a:pt x="132960" y="229605"/>
                    <a:pt x="125201" y="236852"/>
                    <a:pt x="115122" y="242288"/>
                  </a:cubicBezTo>
                  <a:cubicBezTo>
                    <a:pt x="105042" y="247725"/>
                    <a:pt x="93319" y="250443"/>
                    <a:pt x="79956" y="250443"/>
                  </a:cubicBezTo>
                  <a:cubicBezTo>
                    <a:pt x="64325" y="250443"/>
                    <a:pt x="50169" y="246421"/>
                    <a:pt x="37483" y="238380"/>
                  </a:cubicBezTo>
                  <a:cubicBezTo>
                    <a:pt x="24797" y="230339"/>
                    <a:pt x="14775" y="218900"/>
                    <a:pt x="7413" y="204065"/>
                  </a:cubicBezTo>
                  <a:cubicBezTo>
                    <a:pt x="51" y="189227"/>
                    <a:pt x="-3629" y="172068"/>
                    <a:pt x="-3629" y="152589"/>
                  </a:cubicBezTo>
                  <a:close/>
                  <a:moveTo>
                    <a:pt x="138398" y="152928"/>
                  </a:moveTo>
                  <a:cubicBezTo>
                    <a:pt x="138398" y="138430"/>
                    <a:pt x="134376" y="126992"/>
                    <a:pt x="126334" y="118611"/>
                  </a:cubicBezTo>
                  <a:cubicBezTo>
                    <a:pt x="118293" y="110230"/>
                    <a:pt x="108496" y="106039"/>
                    <a:pt x="96944" y="106039"/>
                  </a:cubicBezTo>
                  <a:cubicBezTo>
                    <a:pt x="85391" y="106039"/>
                    <a:pt x="75594" y="110173"/>
                    <a:pt x="67553" y="118440"/>
                  </a:cubicBezTo>
                  <a:cubicBezTo>
                    <a:pt x="59512" y="126709"/>
                    <a:pt x="55492" y="138091"/>
                    <a:pt x="55492" y="152589"/>
                  </a:cubicBezTo>
                  <a:cubicBezTo>
                    <a:pt x="55492" y="167084"/>
                    <a:pt x="59512" y="178580"/>
                    <a:pt x="67553" y="187075"/>
                  </a:cubicBezTo>
                  <a:cubicBezTo>
                    <a:pt x="75594" y="195570"/>
                    <a:pt x="85391" y="199817"/>
                    <a:pt x="96944" y="199817"/>
                  </a:cubicBezTo>
                  <a:cubicBezTo>
                    <a:pt x="108496" y="199817"/>
                    <a:pt x="118293" y="195627"/>
                    <a:pt x="126334" y="187246"/>
                  </a:cubicBezTo>
                  <a:cubicBezTo>
                    <a:pt x="134376" y="178862"/>
                    <a:pt x="138398" y="167424"/>
                    <a:pt x="138398" y="152928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C17FB4C-FF70-42AA-C4A8-96237B30706E}"/>
                </a:ext>
              </a:extLst>
            </p:cNvPr>
            <p:cNvSpPr/>
            <p:nvPr/>
          </p:nvSpPr>
          <p:spPr>
            <a:xfrm>
              <a:off x="-1055392" y="968459"/>
              <a:ext cx="190274" cy="195031"/>
            </a:xfrm>
            <a:custGeom>
              <a:avLst/>
              <a:gdLst>
                <a:gd name="connsiteX0" fmla="*/ 185768 w 190274"/>
                <a:gd name="connsiteY0" fmla="*/ 90645 h 195031"/>
                <a:gd name="connsiteX1" fmla="*/ 184749 w 190274"/>
                <a:gd name="connsiteY1" fmla="*/ 107635 h 195031"/>
                <a:gd name="connsiteX2" fmla="*/ 53256 w 190274"/>
                <a:gd name="connsiteY2" fmla="*/ 107635 h 195031"/>
                <a:gd name="connsiteX3" fmla="*/ 64637 w 190274"/>
                <a:gd name="connsiteY3" fmla="*/ 134648 h 195031"/>
                <a:gd name="connsiteX4" fmla="*/ 89272 w 190274"/>
                <a:gd name="connsiteY4" fmla="*/ 143991 h 195031"/>
                <a:gd name="connsiteX5" fmla="*/ 119510 w 190274"/>
                <a:gd name="connsiteY5" fmla="*/ 125642 h 195031"/>
                <a:gd name="connsiteX6" fmla="*/ 181352 w 190274"/>
                <a:gd name="connsiteY6" fmla="*/ 125642 h 195031"/>
                <a:gd name="connsiteX7" fmla="*/ 164190 w 190274"/>
                <a:gd name="connsiteY7" fmla="*/ 159280 h 195031"/>
                <a:gd name="connsiteX8" fmla="*/ 133101 w 190274"/>
                <a:gd name="connsiteY8" fmla="*/ 182724 h 195031"/>
                <a:gd name="connsiteX9" fmla="*/ 91310 w 190274"/>
                <a:gd name="connsiteY9" fmla="*/ 191219 h 195031"/>
                <a:gd name="connsiteX10" fmla="*/ 41703 w 190274"/>
                <a:gd name="connsiteY10" fmla="*/ 179327 h 195031"/>
                <a:gd name="connsiteX11" fmla="*/ 7725 w 190274"/>
                <a:gd name="connsiteY11" fmla="*/ 145350 h 195031"/>
                <a:gd name="connsiteX12" fmla="*/ -4507 w 190274"/>
                <a:gd name="connsiteY12" fmla="*/ 93705 h 195031"/>
                <a:gd name="connsiteX13" fmla="*/ 7554 w 190274"/>
                <a:gd name="connsiteY13" fmla="*/ 42057 h 195031"/>
                <a:gd name="connsiteX14" fmla="*/ 41363 w 190274"/>
                <a:gd name="connsiteY14" fmla="*/ 8080 h 195031"/>
                <a:gd name="connsiteX15" fmla="*/ 91310 w 190274"/>
                <a:gd name="connsiteY15" fmla="*/ -3812 h 195031"/>
                <a:gd name="connsiteX16" fmla="*/ 140237 w 190274"/>
                <a:gd name="connsiteY16" fmla="*/ 7740 h 195031"/>
                <a:gd name="connsiteX17" fmla="*/ 173705 w 190274"/>
                <a:gd name="connsiteY17" fmla="*/ 40699 h 195031"/>
                <a:gd name="connsiteX18" fmla="*/ 185768 w 190274"/>
                <a:gd name="connsiteY18" fmla="*/ 90645 h 195031"/>
                <a:gd name="connsiteX19" fmla="*/ 126307 w 190274"/>
                <a:gd name="connsiteY19" fmla="*/ 75356 h 195031"/>
                <a:gd name="connsiteX20" fmla="*/ 116113 w 190274"/>
                <a:gd name="connsiteY20" fmla="*/ 51572 h 195031"/>
                <a:gd name="connsiteX21" fmla="*/ 90631 w 190274"/>
                <a:gd name="connsiteY21" fmla="*/ 42737 h 195031"/>
                <a:gd name="connsiteX22" fmla="*/ 65996 w 190274"/>
                <a:gd name="connsiteY22" fmla="*/ 51232 h 195031"/>
                <a:gd name="connsiteX23" fmla="*/ 53595 w 190274"/>
                <a:gd name="connsiteY23" fmla="*/ 75356 h 195031"/>
                <a:gd name="connsiteX24" fmla="*/ 126307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5768" y="90645"/>
                  </a:moveTo>
                  <a:cubicBezTo>
                    <a:pt x="185768" y="96083"/>
                    <a:pt x="185428" y="101746"/>
                    <a:pt x="184749" y="107635"/>
                  </a:cubicBezTo>
                  <a:lnTo>
                    <a:pt x="53256" y="107635"/>
                  </a:lnTo>
                  <a:cubicBezTo>
                    <a:pt x="54161" y="119413"/>
                    <a:pt x="57954" y="128416"/>
                    <a:pt x="64637" y="134648"/>
                  </a:cubicBezTo>
                  <a:cubicBezTo>
                    <a:pt x="71319" y="140876"/>
                    <a:pt x="79532" y="143991"/>
                    <a:pt x="89272" y="143991"/>
                  </a:cubicBezTo>
                  <a:cubicBezTo>
                    <a:pt x="103767" y="143991"/>
                    <a:pt x="113847" y="137874"/>
                    <a:pt x="119510" y="125642"/>
                  </a:cubicBezTo>
                  <a:lnTo>
                    <a:pt x="181352" y="125642"/>
                  </a:lnTo>
                  <a:cubicBezTo>
                    <a:pt x="178180" y="138102"/>
                    <a:pt x="172460" y="149314"/>
                    <a:pt x="164190" y="159280"/>
                  </a:cubicBezTo>
                  <a:cubicBezTo>
                    <a:pt x="155923" y="169248"/>
                    <a:pt x="145561" y="177061"/>
                    <a:pt x="133101" y="182724"/>
                  </a:cubicBezTo>
                  <a:cubicBezTo>
                    <a:pt x="120644" y="188388"/>
                    <a:pt x="106713" y="191219"/>
                    <a:pt x="91310" y="191219"/>
                  </a:cubicBezTo>
                  <a:cubicBezTo>
                    <a:pt x="72735" y="191219"/>
                    <a:pt x="56199" y="187255"/>
                    <a:pt x="41703" y="179327"/>
                  </a:cubicBezTo>
                  <a:cubicBezTo>
                    <a:pt x="27205" y="171400"/>
                    <a:pt x="15878" y="160073"/>
                    <a:pt x="7725" y="145350"/>
                  </a:cubicBezTo>
                  <a:cubicBezTo>
                    <a:pt x="-430" y="130626"/>
                    <a:pt x="-4507" y="113410"/>
                    <a:pt x="-4507" y="93705"/>
                  </a:cubicBezTo>
                  <a:cubicBezTo>
                    <a:pt x="-4507" y="73997"/>
                    <a:pt x="-487" y="56781"/>
                    <a:pt x="7554" y="42057"/>
                  </a:cubicBezTo>
                  <a:cubicBezTo>
                    <a:pt x="15596" y="27334"/>
                    <a:pt x="26865" y="16009"/>
                    <a:pt x="41363" y="8080"/>
                  </a:cubicBezTo>
                  <a:cubicBezTo>
                    <a:pt x="55859" y="152"/>
                    <a:pt x="72507" y="-3812"/>
                    <a:pt x="91310" y="-3812"/>
                  </a:cubicBezTo>
                  <a:cubicBezTo>
                    <a:pt x="109657" y="-3812"/>
                    <a:pt x="125967" y="38"/>
                    <a:pt x="140237" y="7740"/>
                  </a:cubicBezTo>
                  <a:cubicBezTo>
                    <a:pt x="154508" y="15442"/>
                    <a:pt x="165663" y="26429"/>
                    <a:pt x="173705" y="40699"/>
                  </a:cubicBezTo>
                  <a:cubicBezTo>
                    <a:pt x="181746" y="54969"/>
                    <a:pt x="185768" y="71619"/>
                    <a:pt x="185768" y="90645"/>
                  </a:cubicBezTo>
                  <a:close/>
                  <a:moveTo>
                    <a:pt x="126307" y="75356"/>
                  </a:moveTo>
                  <a:cubicBezTo>
                    <a:pt x="126307" y="65388"/>
                    <a:pt x="122908" y="57461"/>
                    <a:pt x="116113" y="51572"/>
                  </a:cubicBezTo>
                  <a:cubicBezTo>
                    <a:pt x="109317" y="45683"/>
                    <a:pt x="100824" y="42737"/>
                    <a:pt x="90631" y="42737"/>
                  </a:cubicBezTo>
                  <a:cubicBezTo>
                    <a:pt x="80891" y="42737"/>
                    <a:pt x="72678" y="45569"/>
                    <a:pt x="65996" y="51232"/>
                  </a:cubicBezTo>
                  <a:cubicBezTo>
                    <a:pt x="59313" y="56895"/>
                    <a:pt x="55180" y="64937"/>
                    <a:pt x="53595" y="75356"/>
                  </a:cubicBezTo>
                  <a:lnTo>
                    <a:pt x="126307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ADAD630-A3FF-3603-80F4-E8F0B409D35B}"/>
                </a:ext>
              </a:extLst>
            </p:cNvPr>
            <p:cNvSpPr/>
            <p:nvPr/>
          </p:nvSpPr>
          <p:spPr>
            <a:xfrm>
              <a:off x="-811866" y="968459"/>
              <a:ext cx="190274" cy="195031"/>
            </a:xfrm>
            <a:custGeom>
              <a:avLst/>
              <a:gdLst>
                <a:gd name="connsiteX0" fmla="*/ 184949 w 190274"/>
                <a:gd name="connsiteY0" fmla="*/ 90645 h 195031"/>
                <a:gd name="connsiteX1" fmla="*/ 183929 w 190274"/>
                <a:gd name="connsiteY1" fmla="*/ 107635 h 195031"/>
                <a:gd name="connsiteX2" fmla="*/ 52437 w 190274"/>
                <a:gd name="connsiteY2" fmla="*/ 107635 h 195031"/>
                <a:gd name="connsiteX3" fmla="*/ 63818 w 190274"/>
                <a:gd name="connsiteY3" fmla="*/ 134648 h 195031"/>
                <a:gd name="connsiteX4" fmla="*/ 88453 w 190274"/>
                <a:gd name="connsiteY4" fmla="*/ 143991 h 195031"/>
                <a:gd name="connsiteX5" fmla="*/ 118691 w 190274"/>
                <a:gd name="connsiteY5" fmla="*/ 125642 h 195031"/>
                <a:gd name="connsiteX6" fmla="*/ 180533 w 190274"/>
                <a:gd name="connsiteY6" fmla="*/ 125642 h 195031"/>
                <a:gd name="connsiteX7" fmla="*/ 163374 w 190274"/>
                <a:gd name="connsiteY7" fmla="*/ 159280 h 195031"/>
                <a:gd name="connsiteX8" fmla="*/ 132285 w 190274"/>
                <a:gd name="connsiteY8" fmla="*/ 182724 h 195031"/>
                <a:gd name="connsiteX9" fmla="*/ 90491 w 190274"/>
                <a:gd name="connsiteY9" fmla="*/ 191219 h 195031"/>
                <a:gd name="connsiteX10" fmla="*/ 40884 w 190274"/>
                <a:gd name="connsiteY10" fmla="*/ 179327 h 195031"/>
                <a:gd name="connsiteX11" fmla="*/ 6906 w 190274"/>
                <a:gd name="connsiteY11" fmla="*/ 145350 h 195031"/>
                <a:gd name="connsiteX12" fmla="*/ -5326 w 190274"/>
                <a:gd name="connsiteY12" fmla="*/ 93705 h 195031"/>
                <a:gd name="connsiteX13" fmla="*/ 6735 w 190274"/>
                <a:gd name="connsiteY13" fmla="*/ 42057 h 195031"/>
                <a:gd name="connsiteX14" fmla="*/ 40544 w 190274"/>
                <a:gd name="connsiteY14" fmla="*/ 8080 h 195031"/>
                <a:gd name="connsiteX15" fmla="*/ 90491 w 190274"/>
                <a:gd name="connsiteY15" fmla="*/ -3812 h 195031"/>
                <a:gd name="connsiteX16" fmla="*/ 139418 w 190274"/>
                <a:gd name="connsiteY16" fmla="*/ 7740 h 195031"/>
                <a:gd name="connsiteX17" fmla="*/ 172885 w 190274"/>
                <a:gd name="connsiteY17" fmla="*/ 40699 h 195031"/>
                <a:gd name="connsiteX18" fmla="*/ 184949 w 190274"/>
                <a:gd name="connsiteY18" fmla="*/ 90645 h 195031"/>
                <a:gd name="connsiteX19" fmla="*/ 125488 w 190274"/>
                <a:gd name="connsiteY19" fmla="*/ 75356 h 195031"/>
                <a:gd name="connsiteX20" fmla="*/ 115294 w 190274"/>
                <a:gd name="connsiteY20" fmla="*/ 51572 h 195031"/>
                <a:gd name="connsiteX21" fmla="*/ 89811 w 190274"/>
                <a:gd name="connsiteY21" fmla="*/ 42737 h 195031"/>
                <a:gd name="connsiteX22" fmla="*/ 65177 w 190274"/>
                <a:gd name="connsiteY22" fmla="*/ 51232 h 195031"/>
                <a:gd name="connsiteX23" fmla="*/ 52776 w 190274"/>
                <a:gd name="connsiteY23" fmla="*/ 75356 h 195031"/>
                <a:gd name="connsiteX24" fmla="*/ 12548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4949" y="90645"/>
                  </a:moveTo>
                  <a:cubicBezTo>
                    <a:pt x="184949" y="96083"/>
                    <a:pt x="184609" y="101746"/>
                    <a:pt x="183929" y="107635"/>
                  </a:cubicBezTo>
                  <a:lnTo>
                    <a:pt x="52437" y="107635"/>
                  </a:lnTo>
                  <a:cubicBezTo>
                    <a:pt x="53342" y="119413"/>
                    <a:pt x="57135" y="128416"/>
                    <a:pt x="63818" y="134648"/>
                  </a:cubicBezTo>
                  <a:cubicBezTo>
                    <a:pt x="70500" y="140876"/>
                    <a:pt x="78713" y="143991"/>
                    <a:pt x="88453" y="143991"/>
                  </a:cubicBezTo>
                  <a:cubicBezTo>
                    <a:pt x="102948" y="143991"/>
                    <a:pt x="113030" y="137874"/>
                    <a:pt x="118691" y="125642"/>
                  </a:cubicBezTo>
                  <a:lnTo>
                    <a:pt x="180533" y="125642"/>
                  </a:lnTo>
                  <a:cubicBezTo>
                    <a:pt x="177361" y="138102"/>
                    <a:pt x="171641" y="149314"/>
                    <a:pt x="163374" y="159280"/>
                  </a:cubicBezTo>
                  <a:cubicBezTo>
                    <a:pt x="155104" y="169248"/>
                    <a:pt x="144742" y="177061"/>
                    <a:pt x="132285" y="182724"/>
                  </a:cubicBezTo>
                  <a:cubicBezTo>
                    <a:pt x="119825" y="188388"/>
                    <a:pt x="105894" y="191219"/>
                    <a:pt x="90491" y="191219"/>
                  </a:cubicBezTo>
                  <a:cubicBezTo>
                    <a:pt x="71916" y="191219"/>
                    <a:pt x="55380" y="187255"/>
                    <a:pt x="40884" y="179327"/>
                  </a:cubicBezTo>
                  <a:cubicBezTo>
                    <a:pt x="26386" y="171400"/>
                    <a:pt x="15062" y="160073"/>
                    <a:pt x="6906" y="145350"/>
                  </a:cubicBezTo>
                  <a:cubicBezTo>
                    <a:pt x="-1249" y="130626"/>
                    <a:pt x="-5326" y="113410"/>
                    <a:pt x="-5326" y="93705"/>
                  </a:cubicBezTo>
                  <a:cubicBezTo>
                    <a:pt x="-5326" y="73997"/>
                    <a:pt x="-1306" y="56781"/>
                    <a:pt x="6735" y="42057"/>
                  </a:cubicBezTo>
                  <a:cubicBezTo>
                    <a:pt x="14776" y="27334"/>
                    <a:pt x="26046" y="16009"/>
                    <a:pt x="40544" y="8080"/>
                  </a:cubicBezTo>
                  <a:cubicBezTo>
                    <a:pt x="55040" y="152"/>
                    <a:pt x="71691" y="-3812"/>
                    <a:pt x="90491" y="-3812"/>
                  </a:cubicBezTo>
                  <a:cubicBezTo>
                    <a:pt x="108840" y="-3812"/>
                    <a:pt x="125148" y="38"/>
                    <a:pt x="139418" y="7740"/>
                  </a:cubicBezTo>
                  <a:cubicBezTo>
                    <a:pt x="153688" y="15442"/>
                    <a:pt x="164847" y="26429"/>
                    <a:pt x="172885" y="40699"/>
                  </a:cubicBezTo>
                  <a:cubicBezTo>
                    <a:pt x="180929" y="54969"/>
                    <a:pt x="184949" y="71619"/>
                    <a:pt x="184949" y="90645"/>
                  </a:cubicBezTo>
                  <a:close/>
                  <a:moveTo>
                    <a:pt x="125488" y="75356"/>
                  </a:moveTo>
                  <a:cubicBezTo>
                    <a:pt x="125488" y="65388"/>
                    <a:pt x="122091" y="57461"/>
                    <a:pt x="115294" y="51572"/>
                  </a:cubicBezTo>
                  <a:cubicBezTo>
                    <a:pt x="108498" y="45683"/>
                    <a:pt x="100005" y="42737"/>
                    <a:pt x="89811" y="42737"/>
                  </a:cubicBezTo>
                  <a:cubicBezTo>
                    <a:pt x="80072" y="42737"/>
                    <a:pt x="71859" y="45569"/>
                    <a:pt x="65177" y="51232"/>
                  </a:cubicBezTo>
                  <a:cubicBezTo>
                    <a:pt x="58494" y="56895"/>
                    <a:pt x="54361" y="64937"/>
                    <a:pt x="52776" y="75356"/>
                  </a:cubicBezTo>
                  <a:lnTo>
                    <a:pt x="12548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30B72AE-CD0F-686E-8575-F89FF38BD87F}"/>
                </a:ext>
              </a:extLst>
            </p:cNvPr>
            <p:cNvSpPr/>
            <p:nvPr/>
          </p:nvSpPr>
          <p:spPr>
            <a:xfrm>
              <a:off x="-557402" y="969138"/>
              <a:ext cx="188575" cy="191634"/>
            </a:xfrm>
            <a:custGeom>
              <a:avLst/>
              <a:gdLst>
                <a:gd name="connsiteX0" fmla="*/ 109342 w 188575"/>
                <a:gd name="connsiteY0" fmla="*/ -3809 h 191634"/>
                <a:gd name="connsiteX1" fmla="*/ 162517 w 188575"/>
                <a:gd name="connsiteY1" fmla="*/ 17769 h 191634"/>
                <a:gd name="connsiteX2" fmla="*/ 182393 w 188575"/>
                <a:gd name="connsiteY2" fmla="*/ 77058 h 191634"/>
                <a:gd name="connsiteX3" fmla="*/ 182393 w 188575"/>
                <a:gd name="connsiteY3" fmla="*/ 187826 h 191634"/>
                <a:gd name="connsiteX4" fmla="*/ 124631 w 188575"/>
                <a:gd name="connsiteY4" fmla="*/ 187826 h 191634"/>
                <a:gd name="connsiteX5" fmla="*/ 124631 w 188575"/>
                <a:gd name="connsiteY5" fmla="*/ 84874 h 191634"/>
                <a:gd name="connsiteX6" fmla="*/ 114777 w 188575"/>
                <a:gd name="connsiteY6" fmla="*/ 55312 h 191634"/>
                <a:gd name="connsiteX7" fmla="*/ 88275 w 188575"/>
                <a:gd name="connsiteY7" fmla="*/ 44781 h 191634"/>
                <a:gd name="connsiteX8" fmla="*/ 61773 w 188575"/>
                <a:gd name="connsiteY8" fmla="*/ 55312 h 191634"/>
                <a:gd name="connsiteX9" fmla="*/ 51919 w 188575"/>
                <a:gd name="connsiteY9" fmla="*/ 84874 h 191634"/>
                <a:gd name="connsiteX10" fmla="*/ 51919 w 188575"/>
                <a:gd name="connsiteY10" fmla="*/ 187826 h 191634"/>
                <a:gd name="connsiteX11" fmla="*/ -6183 w 188575"/>
                <a:gd name="connsiteY11" fmla="*/ 187826 h 191634"/>
                <a:gd name="connsiteX12" fmla="*/ -6183 w 188575"/>
                <a:gd name="connsiteY12" fmla="*/ -1768 h 191634"/>
                <a:gd name="connsiteX13" fmla="*/ 51919 w 188575"/>
                <a:gd name="connsiteY13" fmla="*/ -1768 h 191634"/>
                <a:gd name="connsiteX14" fmla="*/ 51919 w 188575"/>
                <a:gd name="connsiteY14" fmla="*/ 23375 h 191634"/>
                <a:gd name="connsiteX15" fmla="*/ 75704 w 188575"/>
                <a:gd name="connsiteY15" fmla="*/ 3496 h 191634"/>
                <a:gd name="connsiteX16" fmla="*/ 109342 w 188575"/>
                <a:gd name="connsiteY16" fmla="*/ -380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8575" h="191634">
                  <a:moveTo>
                    <a:pt x="109342" y="-3809"/>
                  </a:moveTo>
                  <a:cubicBezTo>
                    <a:pt x="131539" y="-3809"/>
                    <a:pt x="149266" y="3384"/>
                    <a:pt x="162517" y="17769"/>
                  </a:cubicBezTo>
                  <a:cubicBezTo>
                    <a:pt x="175768" y="32153"/>
                    <a:pt x="182393" y="51915"/>
                    <a:pt x="182393" y="77058"/>
                  </a:cubicBezTo>
                  <a:lnTo>
                    <a:pt x="182393" y="187826"/>
                  </a:lnTo>
                  <a:lnTo>
                    <a:pt x="124631" y="187826"/>
                  </a:lnTo>
                  <a:lnTo>
                    <a:pt x="124631" y="84874"/>
                  </a:lnTo>
                  <a:cubicBezTo>
                    <a:pt x="124631" y="72188"/>
                    <a:pt x="121346" y="62334"/>
                    <a:pt x="114777" y="55312"/>
                  </a:cubicBezTo>
                  <a:cubicBezTo>
                    <a:pt x="108209" y="48290"/>
                    <a:pt x="99374" y="44781"/>
                    <a:pt x="88275" y="44781"/>
                  </a:cubicBezTo>
                  <a:cubicBezTo>
                    <a:pt x="77177" y="44781"/>
                    <a:pt x="68342" y="48290"/>
                    <a:pt x="61773" y="55312"/>
                  </a:cubicBezTo>
                  <a:cubicBezTo>
                    <a:pt x="55205" y="62334"/>
                    <a:pt x="51919" y="72188"/>
                    <a:pt x="51919" y="84874"/>
                  </a:cubicBezTo>
                  <a:lnTo>
                    <a:pt x="51919" y="187826"/>
                  </a:lnTo>
                  <a:lnTo>
                    <a:pt x="-6183" y="187826"/>
                  </a:lnTo>
                  <a:lnTo>
                    <a:pt x="-6183" y="-1768"/>
                  </a:lnTo>
                  <a:lnTo>
                    <a:pt x="51919" y="-1768"/>
                  </a:lnTo>
                  <a:lnTo>
                    <a:pt x="51919" y="23375"/>
                  </a:lnTo>
                  <a:cubicBezTo>
                    <a:pt x="57809" y="14994"/>
                    <a:pt x="65738" y="8368"/>
                    <a:pt x="75704" y="3496"/>
                  </a:cubicBezTo>
                  <a:cubicBezTo>
                    <a:pt x="85672" y="-1374"/>
                    <a:pt x="96882" y="-3809"/>
                    <a:pt x="109342" y="-380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F863207-2526-54D0-61C5-93BD8CB2804B}"/>
                </a:ext>
              </a:extLst>
            </p:cNvPr>
            <p:cNvSpPr/>
            <p:nvPr/>
          </p:nvSpPr>
          <p:spPr>
            <a:xfrm>
              <a:off x="-1779782" y="1215889"/>
              <a:ext cx="113261" cy="152576"/>
            </a:xfrm>
            <a:custGeom>
              <a:avLst/>
              <a:gdLst>
                <a:gd name="connsiteX0" fmla="*/ -1260 w 113261"/>
                <a:gd name="connsiteY0" fmla="*/ 90952 h 152576"/>
                <a:gd name="connsiteX1" fmla="*/ 5666 w 113261"/>
                <a:gd name="connsiteY1" fmla="*/ 60905 h 152576"/>
                <a:gd name="connsiteX2" fmla="*/ 24713 w 113261"/>
                <a:gd name="connsiteY2" fmla="*/ 40840 h 152576"/>
                <a:gd name="connsiteX3" fmla="*/ 51909 w 113261"/>
                <a:gd name="connsiteY3" fmla="*/ 33711 h 152576"/>
                <a:gd name="connsiteX4" fmla="*/ 76149 w 113261"/>
                <a:gd name="connsiteY4" fmla="*/ 39719 h 152576"/>
                <a:gd name="connsiteX5" fmla="*/ 93260 w 113261"/>
                <a:gd name="connsiteY5" fmla="*/ 55507 h 152576"/>
                <a:gd name="connsiteX6" fmla="*/ 93260 w 113261"/>
                <a:gd name="connsiteY6" fmla="*/ -3569 h 152576"/>
                <a:gd name="connsiteX7" fmla="*/ 112002 w 113261"/>
                <a:gd name="connsiteY7" fmla="*/ -3569 h 152576"/>
                <a:gd name="connsiteX8" fmla="*/ 112002 w 113261"/>
                <a:gd name="connsiteY8" fmla="*/ 147175 h 152576"/>
                <a:gd name="connsiteX9" fmla="*/ 93260 w 113261"/>
                <a:gd name="connsiteY9" fmla="*/ 147175 h 152576"/>
                <a:gd name="connsiteX10" fmla="*/ 93260 w 113261"/>
                <a:gd name="connsiteY10" fmla="*/ 126193 h 152576"/>
                <a:gd name="connsiteX11" fmla="*/ 76964 w 113261"/>
                <a:gd name="connsiteY11" fmla="*/ 142592 h 152576"/>
                <a:gd name="connsiteX12" fmla="*/ 51705 w 113261"/>
                <a:gd name="connsiteY12" fmla="*/ 149008 h 152576"/>
                <a:gd name="connsiteX13" fmla="*/ 24713 w 113261"/>
                <a:gd name="connsiteY13" fmla="*/ 141675 h 152576"/>
                <a:gd name="connsiteX14" fmla="*/ 5666 w 113261"/>
                <a:gd name="connsiteY14" fmla="*/ 121100 h 152576"/>
                <a:gd name="connsiteX15" fmla="*/ -1260 w 113261"/>
                <a:gd name="connsiteY15" fmla="*/ 90952 h 152576"/>
                <a:gd name="connsiteX16" fmla="*/ 93260 w 113261"/>
                <a:gd name="connsiteY16" fmla="*/ 91156 h 152576"/>
                <a:gd name="connsiteX17" fmla="*/ 88169 w 113261"/>
                <a:gd name="connsiteY17" fmla="*/ 69155 h 152576"/>
                <a:gd name="connsiteX18" fmla="*/ 74417 w 113261"/>
                <a:gd name="connsiteY18" fmla="*/ 54793 h 152576"/>
                <a:gd name="connsiteX19" fmla="*/ 55371 w 113261"/>
                <a:gd name="connsiteY19" fmla="*/ 49803 h 152576"/>
                <a:gd name="connsiteX20" fmla="*/ 36426 w 113261"/>
                <a:gd name="connsiteY20" fmla="*/ 54692 h 152576"/>
                <a:gd name="connsiteX21" fmla="*/ 22777 w 113261"/>
                <a:gd name="connsiteY21" fmla="*/ 68952 h 152576"/>
                <a:gd name="connsiteX22" fmla="*/ 17686 w 113261"/>
                <a:gd name="connsiteY22" fmla="*/ 90952 h 152576"/>
                <a:gd name="connsiteX23" fmla="*/ 22777 w 113261"/>
                <a:gd name="connsiteY23" fmla="*/ 113257 h 152576"/>
                <a:gd name="connsiteX24" fmla="*/ 36426 w 113261"/>
                <a:gd name="connsiteY24" fmla="*/ 127720 h 152576"/>
                <a:gd name="connsiteX25" fmla="*/ 55371 w 113261"/>
                <a:gd name="connsiteY25" fmla="*/ 132712 h 152576"/>
                <a:gd name="connsiteX26" fmla="*/ 74417 w 113261"/>
                <a:gd name="connsiteY26" fmla="*/ 127720 h 152576"/>
                <a:gd name="connsiteX27" fmla="*/ 88169 w 113261"/>
                <a:gd name="connsiteY27" fmla="*/ 113257 h 152576"/>
                <a:gd name="connsiteX28" fmla="*/ 93260 w 113261"/>
                <a:gd name="connsiteY28" fmla="*/ 91156 h 152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3261" h="152576">
                  <a:moveTo>
                    <a:pt x="-1260" y="90952"/>
                  </a:moveTo>
                  <a:cubicBezTo>
                    <a:pt x="-1260" y="79544"/>
                    <a:pt x="1049" y="69529"/>
                    <a:pt x="5666" y="60905"/>
                  </a:cubicBezTo>
                  <a:cubicBezTo>
                    <a:pt x="10284" y="52281"/>
                    <a:pt x="16633" y="45593"/>
                    <a:pt x="24713" y="40840"/>
                  </a:cubicBezTo>
                  <a:cubicBezTo>
                    <a:pt x="32794" y="36086"/>
                    <a:pt x="41859" y="33711"/>
                    <a:pt x="51909" y="33711"/>
                  </a:cubicBezTo>
                  <a:cubicBezTo>
                    <a:pt x="60599" y="33711"/>
                    <a:pt x="68681" y="35713"/>
                    <a:pt x="76149" y="39719"/>
                  </a:cubicBezTo>
                  <a:cubicBezTo>
                    <a:pt x="83618" y="43726"/>
                    <a:pt x="89322" y="48988"/>
                    <a:pt x="93260" y="55507"/>
                  </a:cubicBezTo>
                  <a:lnTo>
                    <a:pt x="93260" y="-3569"/>
                  </a:lnTo>
                  <a:lnTo>
                    <a:pt x="112002" y="-3569"/>
                  </a:lnTo>
                  <a:lnTo>
                    <a:pt x="112002" y="147175"/>
                  </a:lnTo>
                  <a:lnTo>
                    <a:pt x="93260" y="147175"/>
                  </a:lnTo>
                  <a:lnTo>
                    <a:pt x="93260" y="126193"/>
                  </a:lnTo>
                  <a:cubicBezTo>
                    <a:pt x="89594" y="132847"/>
                    <a:pt x="84162" y="138313"/>
                    <a:pt x="76964" y="142592"/>
                  </a:cubicBezTo>
                  <a:cubicBezTo>
                    <a:pt x="69767" y="146869"/>
                    <a:pt x="61347" y="149008"/>
                    <a:pt x="51705" y="149008"/>
                  </a:cubicBezTo>
                  <a:cubicBezTo>
                    <a:pt x="41791" y="149008"/>
                    <a:pt x="32794" y="146564"/>
                    <a:pt x="24713" y="141675"/>
                  </a:cubicBezTo>
                  <a:cubicBezTo>
                    <a:pt x="16633" y="136785"/>
                    <a:pt x="10284" y="129928"/>
                    <a:pt x="5666" y="121100"/>
                  </a:cubicBezTo>
                  <a:cubicBezTo>
                    <a:pt x="1049" y="112273"/>
                    <a:pt x="-1260" y="102223"/>
                    <a:pt x="-1260" y="90952"/>
                  </a:cubicBezTo>
                  <a:close/>
                  <a:moveTo>
                    <a:pt x="93260" y="91156"/>
                  </a:moveTo>
                  <a:cubicBezTo>
                    <a:pt x="93260" y="82736"/>
                    <a:pt x="91564" y="75402"/>
                    <a:pt x="88169" y="69155"/>
                  </a:cubicBezTo>
                  <a:cubicBezTo>
                    <a:pt x="84773" y="62907"/>
                    <a:pt x="80190" y="58120"/>
                    <a:pt x="74417" y="54793"/>
                  </a:cubicBezTo>
                  <a:cubicBezTo>
                    <a:pt x="68646" y="51466"/>
                    <a:pt x="62297" y="49803"/>
                    <a:pt x="55371" y="49803"/>
                  </a:cubicBezTo>
                  <a:cubicBezTo>
                    <a:pt x="48445" y="49803"/>
                    <a:pt x="42130" y="51432"/>
                    <a:pt x="36426" y="54692"/>
                  </a:cubicBezTo>
                  <a:cubicBezTo>
                    <a:pt x="30723" y="57951"/>
                    <a:pt x="26173" y="62704"/>
                    <a:pt x="22777" y="68952"/>
                  </a:cubicBezTo>
                  <a:cubicBezTo>
                    <a:pt x="19383" y="75198"/>
                    <a:pt x="17686" y="82532"/>
                    <a:pt x="17686" y="90952"/>
                  </a:cubicBezTo>
                  <a:cubicBezTo>
                    <a:pt x="17686" y="99507"/>
                    <a:pt x="19383" y="106943"/>
                    <a:pt x="22777" y="113257"/>
                  </a:cubicBezTo>
                  <a:cubicBezTo>
                    <a:pt x="26173" y="119572"/>
                    <a:pt x="30723" y="124393"/>
                    <a:pt x="36426" y="127720"/>
                  </a:cubicBezTo>
                  <a:cubicBezTo>
                    <a:pt x="42130" y="131048"/>
                    <a:pt x="48445" y="132712"/>
                    <a:pt x="55371" y="132712"/>
                  </a:cubicBezTo>
                  <a:cubicBezTo>
                    <a:pt x="62297" y="132712"/>
                    <a:pt x="68646" y="131048"/>
                    <a:pt x="74417" y="127720"/>
                  </a:cubicBezTo>
                  <a:cubicBezTo>
                    <a:pt x="80190" y="124393"/>
                    <a:pt x="84773" y="119572"/>
                    <a:pt x="88169" y="113257"/>
                  </a:cubicBezTo>
                  <a:cubicBezTo>
                    <a:pt x="91564" y="106943"/>
                    <a:pt x="93260" y="99576"/>
                    <a:pt x="93260" y="91156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AD72AAB-9F61-C5DD-80A8-7ABB36488513}"/>
                </a:ext>
              </a:extLst>
            </p:cNvPr>
            <p:cNvSpPr/>
            <p:nvPr/>
          </p:nvSpPr>
          <p:spPr>
            <a:xfrm>
              <a:off x="-1419642" y="1211612"/>
              <a:ext cx="24851" cy="155020"/>
            </a:xfrm>
            <a:custGeom>
              <a:avLst/>
              <a:gdLst>
                <a:gd name="connsiteX0" fmla="*/ 9640 w 24851"/>
                <a:gd name="connsiteY0" fmla="*/ 21709 h 155020"/>
                <a:gd name="connsiteX1" fmla="*/ 677 w 24851"/>
                <a:gd name="connsiteY1" fmla="*/ 18043 h 155020"/>
                <a:gd name="connsiteX2" fmla="*/ -2988 w 24851"/>
                <a:gd name="connsiteY2" fmla="*/ 9079 h 155020"/>
                <a:gd name="connsiteX3" fmla="*/ 677 w 24851"/>
                <a:gd name="connsiteY3" fmla="*/ 116 h 155020"/>
                <a:gd name="connsiteX4" fmla="*/ 9640 w 24851"/>
                <a:gd name="connsiteY4" fmla="*/ -3550 h 155020"/>
                <a:gd name="connsiteX5" fmla="*/ 18298 w 24851"/>
                <a:gd name="connsiteY5" fmla="*/ 116 h 155020"/>
                <a:gd name="connsiteX6" fmla="*/ 21863 w 24851"/>
                <a:gd name="connsiteY6" fmla="*/ 9079 h 155020"/>
                <a:gd name="connsiteX7" fmla="*/ 18298 w 24851"/>
                <a:gd name="connsiteY7" fmla="*/ 18043 h 155020"/>
                <a:gd name="connsiteX8" fmla="*/ 9640 w 24851"/>
                <a:gd name="connsiteY8" fmla="*/ 21709 h 155020"/>
                <a:gd name="connsiteX9" fmla="*/ 18604 w 24851"/>
                <a:gd name="connsiteY9" fmla="*/ 39839 h 155020"/>
                <a:gd name="connsiteX10" fmla="*/ 18604 w 24851"/>
                <a:gd name="connsiteY10" fmla="*/ 151471 h 155020"/>
                <a:gd name="connsiteX11" fmla="*/ 66 w 24851"/>
                <a:gd name="connsiteY11" fmla="*/ 151471 h 155020"/>
                <a:gd name="connsiteX12" fmla="*/ 66 w 24851"/>
                <a:gd name="connsiteY12" fmla="*/ 39839 h 155020"/>
                <a:gd name="connsiteX13" fmla="*/ 18604 w 24851"/>
                <a:gd name="connsiteY13" fmla="*/ 39839 h 15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51" h="155020">
                  <a:moveTo>
                    <a:pt x="9640" y="21709"/>
                  </a:moveTo>
                  <a:cubicBezTo>
                    <a:pt x="6110" y="21709"/>
                    <a:pt x="3123" y="20487"/>
                    <a:pt x="677" y="18043"/>
                  </a:cubicBezTo>
                  <a:cubicBezTo>
                    <a:pt x="-1766" y="15597"/>
                    <a:pt x="-2988" y="12611"/>
                    <a:pt x="-2988" y="9079"/>
                  </a:cubicBezTo>
                  <a:cubicBezTo>
                    <a:pt x="-2988" y="5548"/>
                    <a:pt x="-1766" y="2561"/>
                    <a:pt x="677" y="116"/>
                  </a:cubicBezTo>
                  <a:cubicBezTo>
                    <a:pt x="3123" y="-2328"/>
                    <a:pt x="6110" y="-3550"/>
                    <a:pt x="9640" y="-3550"/>
                  </a:cubicBezTo>
                  <a:cubicBezTo>
                    <a:pt x="13036" y="-3550"/>
                    <a:pt x="15923" y="-2328"/>
                    <a:pt x="18298" y="116"/>
                  </a:cubicBezTo>
                  <a:cubicBezTo>
                    <a:pt x="20675" y="2561"/>
                    <a:pt x="21863" y="5548"/>
                    <a:pt x="21863" y="9079"/>
                  </a:cubicBezTo>
                  <a:cubicBezTo>
                    <a:pt x="21863" y="12611"/>
                    <a:pt x="20675" y="15597"/>
                    <a:pt x="18298" y="18043"/>
                  </a:cubicBezTo>
                  <a:cubicBezTo>
                    <a:pt x="15923" y="20487"/>
                    <a:pt x="13036" y="21709"/>
                    <a:pt x="9640" y="21709"/>
                  </a:cubicBezTo>
                  <a:close/>
                  <a:moveTo>
                    <a:pt x="18604" y="39839"/>
                  </a:moveTo>
                  <a:lnTo>
                    <a:pt x="18604" y="151471"/>
                  </a:lnTo>
                  <a:lnTo>
                    <a:pt x="66" y="151471"/>
                  </a:lnTo>
                  <a:lnTo>
                    <a:pt x="66" y="39839"/>
                  </a:lnTo>
                  <a:lnTo>
                    <a:pt x="18604" y="39839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F3E8DD4-F153-2132-337C-32DC8A15EEBF}"/>
                </a:ext>
              </a:extLst>
            </p:cNvPr>
            <p:cNvSpPr/>
            <p:nvPr/>
          </p:nvSpPr>
          <p:spPr>
            <a:xfrm>
              <a:off x="-1323560" y="1253169"/>
              <a:ext cx="86373" cy="115297"/>
            </a:xfrm>
            <a:custGeom>
              <a:avLst/>
              <a:gdLst>
                <a:gd name="connsiteX0" fmla="*/ 41950 w 86373"/>
                <a:gd name="connsiteY0" fmla="*/ 111614 h 115297"/>
                <a:gd name="connsiteX1" fmla="*/ 18931 w 86373"/>
                <a:gd name="connsiteY1" fmla="*/ 107234 h 115297"/>
                <a:gd name="connsiteX2" fmla="*/ 2837 w 86373"/>
                <a:gd name="connsiteY2" fmla="*/ 95011 h 115297"/>
                <a:gd name="connsiteX3" fmla="*/ -3682 w 86373"/>
                <a:gd name="connsiteY3" fmla="*/ 76983 h 115297"/>
                <a:gd name="connsiteX4" fmla="*/ 15467 w 86373"/>
                <a:gd name="connsiteY4" fmla="*/ 76983 h 115297"/>
                <a:gd name="connsiteX5" fmla="*/ 23311 w 86373"/>
                <a:gd name="connsiteY5" fmla="*/ 90632 h 115297"/>
                <a:gd name="connsiteX6" fmla="*/ 41746 w 86373"/>
                <a:gd name="connsiteY6" fmla="*/ 95928 h 115297"/>
                <a:gd name="connsiteX7" fmla="*/ 58449 w 86373"/>
                <a:gd name="connsiteY7" fmla="*/ 91243 h 115297"/>
                <a:gd name="connsiteX8" fmla="*/ 64561 w 86373"/>
                <a:gd name="connsiteY8" fmla="*/ 79427 h 115297"/>
                <a:gd name="connsiteX9" fmla="*/ 58042 w 86373"/>
                <a:gd name="connsiteY9" fmla="*/ 68529 h 115297"/>
                <a:gd name="connsiteX10" fmla="*/ 37875 w 86373"/>
                <a:gd name="connsiteY10" fmla="*/ 61502 h 115297"/>
                <a:gd name="connsiteX11" fmla="*/ 17607 w 86373"/>
                <a:gd name="connsiteY11" fmla="*/ 54881 h 115297"/>
                <a:gd name="connsiteX12" fmla="*/ 4162 w 86373"/>
                <a:gd name="connsiteY12" fmla="*/ 44900 h 115297"/>
                <a:gd name="connsiteX13" fmla="*/ -1440 w 86373"/>
                <a:gd name="connsiteY13" fmla="*/ 27483 h 115297"/>
                <a:gd name="connsiteX14" fmla="*/ 3652 w 86373"/>
                <a:gd name="connsiteY14" fmla="*/ 11797 h 115297"/>
                <a:gd name="connsiteX15" fmla="*/ 18116 w 86373"/>
                <a:gd name="connsiteY15" fmla="*/ 492 h 115297"/>
                <a:gd name="connsiteX16" fmla="*/ 39506 w 86373"/>
                <a:gd name="connsiteY16" fmla="*/ -3684 h 115297"/>
                <a:gd name="connsiteX17" fmla="*/ 69450 w 86373"/>
                <a:gd name="connsiteY17" fmla="*/ 5686 h 115297"/>
                <a:gd name="connsiteX18" fmla="*/ 81672 w 86373"/>
                <a:gd name="connsiteY18" fmla="*/ 31354 h 115297"/>
                <a:gd name="connsiteX19" fmla="*/ 63135 w 86373"/>
                <a:gd name="connsiteY19" fmla="*/ 31354 h 115297"/>
                <a:gd name="connsiteX20" fmla="*/ 56107 w 86373"/>
                <a:gd name="connsiteY20" fmla="*/ 17298 h 115297"/>
                <a:gd name="connsiteX21" fmla="*/ 38893 w 86373"/>
                <a:gd name="connsiteY21" fmla="*/ 12001 h 115297"/>
                <a:gd name="connsiteX22" fmla="*/ 23004 w 86373"/>
                <a:gd name="connsiteY22" fmla="*/ 16278 h 115297"/>
                <a:gd name="connsiteX23" fmla="*/ 17097 w 86373"/>
                <a:gd name="connsiteY23" fmla="*/ 27483 h 115297"/>
                <a:gd name="connsiteX24" fmla="*/ 20661 w 86373"/>
                <a:gd name="connsiteY24" fmla="*/ 36548 h 115297"/>
                <a:gd name="connsiteX25" fmla="*/ 29626 w 86373"/>
                <a:gd name="connsiteY25" fmla="*/ 42252 h 115297"/>
                <a:gd name="connsiteX26" fmla="*/ 44597 w 86373"/>
                <a:gd name="connsiteY26" fmla="*/ 47039 h 115297"/>
                <a:gd name="connsiteX27" fmla="*/ 64154 w 86373"/>
                <a:gd name="connsiteY27" fmla="*/ 53455 h 115297"/>
                <a:gd name="connsiteX28" fmla="*/ 77089 w 86373"/>
                <a:gd name="connsiteY28" fmla="*/ 62927 h 115297"/>
                <a:gd name="connsiteX29" fmla="*/ 82692 w 86373"/>
                <a:gd name="connsiteY29" fmla="*/ 79427 h 115297"/>
                <a:gd name="connsiteX30" fmla="*/ 77598 w 86373"/>
                <a:gd name="connsiteY30" fmla="*/ 95928 h 115297"/>
                <a:gd name="connsiteX31" fmla="*/ 63236 w 86373"/>
                <a:gd name="connsiteY31" fmla="*/ 107438 h 115297"/>
                <a:gd name="connsiteX32" fmla="*/ 41950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41950" y="111614"/>
                  </a:moveTo>
                  <a:cubicBezTo>
                    <a:pt x="33394" y="111614"/>
                    <a:pt x="25720" y="110154"/>
                    <a:pt x="18931" y="107234"/>
                  </a:cubicBezTo>
                  <a:cubicBezTo>
                    <a:pt x="12140" y="104314"/>
                    <a:pt x="6775" y="100240"/>
                    <a:pt x="2837" y="95011"/>
                  </a:cubicBezTo>
                  <a:cubicBezTo>
                    <a:pt x="-1101" y="89783"/>
                    <a:pt x="-3274" y="83774"/>
                    <a:pt x="-3682" y="76983"/>
                  </a:cubicBezTo>
                  <a:lnTo>
                    <a:pt x="15467" y="76983"/>
                  </a:lnTo>
                  <a:cubicBezTo>
                    <a:pt x="16011" y="82552"/>
                    <a:pt x="18625" y="87101"/>
                    <a:pt x="23311" y="90632"/>
                  </a:cubicBezTo>
                  <a:cubicBezTo>
                    <a:pt x="27995" y="94162"/>
                    <a:pt x="34140" y="95928"/>
                    <a:pt x="41746" y="95928"/>
                  </a:cubicBezTo>
                  <a:cubicBezTo>
                    <a:pt x="48807" y="95928"/>
                    <a:pt x="54376" y="94366"/>
                    <a:pt x="58449" y="91243"/>
                  </a:cubicBezTo>
                  <a:cubicBezTo>
                    <a:pt x="62524" y="88119"/>
                    <a:pt x="64561" y="84181"/>
                    <a:pt x="64561" y="79427"/>
                  </a:cubicBezTo>
                  <a:cubicBezTo>
                    <a:pt x="64561" y="74539"/>
                    <a:pt x="62389" y="70906"/>
                    <a:pt x="58042" y="68529"/>
                  </a:cubicBezTo>
                  <a:cubicBezTo>
                    <a:pt x="53697" y="66153"/>
                    <a:pt x="46974" y="63811"/>
                    <a:pt x="37875" y="61502"/>
                  </a:cubicBezTo>
                  <a:cubicBezTo>
                    <a:pt x="29592" y="59328"/>
                    <a:pt x="22835" y="57122"/>
                    <a:pt x="17607" y="54881"/>
                  </a:cubicBezTo>
                  <a:cubicBezTo>
                    <a:pt x="12378" y="52640"/>
                    <a:pt x="7896" y="49313"/>
                    <a:pt x="4162" y="44900"/>
                  </a:cubicBezTo>
                  <a:cubicBezTo>
                    <a:pt x="427" y="40486"/>
                    <a:pt x="-1440" y="34681"/>
                    <a:pt x="-1440" y="27483"/>
                  </a:cubicBezTo>
                  <a:cubicBezTo>
                    <a:pt x="-1440" y="21778"/>
                    <a:pt x="258" y="16550"/>
                    <a:pt x="3652" y="11797"/>
                  </a:cubicBezTo>
                  <a:cubicBezTo>
                    <a:pt x="7047" y="7043"/>
                    <a:pt x="11868" y="3275"/>
                    <a:pt x="18116" y="492"/>
                  </a:cubicBezTo>
                  <a:cubicBezTo>
                    <a:pt x="24363" y="-2293"/>
                    <a:pt x="31493" y="-3684"/>
                    <a:pt x="39506" y="-3684"/>
                  </a:cubicBezTo>
                  <a:cubicBezTo>
                    <a:pt x="51864" y="-3684"/>
                    <a:pt x="61845" y="-561"/>
                    <a:pt x="69450" y="5686"/>
                  </a:cubicBezTo>
                  <a:cubicBezTo>
                    <a:pt x="77056" y="11933"/>
                    <a:pt x="81129" y="20488"/>
                    <a:pt x="81672" y="31354"/>
                  </a:cubicBezTo>
                  <a:lnTo>
                    <a:pt x="63135" y="31354"/>
                  </a:lnTo>
                  <a:cubicBezTo>
                    <a:pt x="62728" y="25513"/>
                    <a:pt x="60385" y="20829"/>
                    <a:pt x="56107" y="17298"/>
                  </a:cubicBezTo>
                  <a:cubicBezTo>
                    <a:pt x="51830" y="13766"/>
                    <a:pt x="46091" y="12001"/>
                    <a:pt x="38893" y="12001"/>
                  </a:cubicBezTo>
                  <a:cubicBezTo>
                    <a:pt x="32239" y="12001"/>
                    <a:pt x="26942" y="13427"/>
                    <a:pt x="23004" y="16278"/>
                  </a:cubicBezTo>
                  <a:cubicBezTo>
                    <a:pt x="19066" y="19131"/>
                    <a:pt x="17097" y="22865"/>
                    <a:pt x="17097" y="27483"/>
                  </a:cubicBezTo>
                  <a:cubicBezTo>
                    <a:pt x="17097" y="31150"/>
                    <a:pt x="18286" y="34171"/>
                    <a:pt x="20661" y="36548"/>
                  </a:cubicBezTo>
                  <a:cubicBezTo>
                    <a:pt x="23039" y="38923"/>
                    <a:pt x="26027" y="40825"/>
                    <a:pt x="29626" y="42252"/>
                  </a:cubicBezTo>
                  <a:cubicBezTo>
                    <a:pt x="33225" y="43678"/>
                    <a:pt x="38215" y="45273"/>
                    <a:pt x="44597" y="47039"/>
                  </a:cubicBezTo>
                  <a:cubicBezTo>
                    <a:pt x="52610" y="49211"/>
                    <a:pt x="59129" y="51350"/>
                    <a:pt x="64154" y="53455"/>
                  </a:cubicBezTo>
                  <a:cubicBezTo>
                    <a:pt x="69178" y="55560"/>
                    <a:pt x="73489" y="58717"/>
                    <a:pt x="77089" y="62927"/>
                  </a:cubicBezTo>
                  <a:cubicBezTo>
                    <a:pt x="80688" y="67138"/>
                    <a:pt x="82555" y="72638"/>
                    <a:pt x="82692" y="79427"/>
                  </a:cubicBezTo>
                  <a:cubicBezTo>
                    <a:pt x="82692" y="85539"/>
                    <a:pt x="80994" y="91039"/>
                    <a:pt x="77598" y="95928"/>
                  </a:cubicBezTo>
                  <a:cubicBezTo>
                    <a:pt x="74203" y="100816"/>
                    <a:pt x="69416" y="104653"/>
                    <a:pt x="63236" y="107438"/>
                  </a:cubicBezTo>
                  <a:cubicBezTo>
                    <a:pt x="57058" y="110222"/>
                    <a:pt x="49962" y="111614"/>
                    <a:pt x="41950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CB8A7EC-57DE-6448-D971-C3DCCF00449C}"/>
                </a:ext>
              </a:extLst>
            </p:cNvPr>
            <p:cNvSpPr/>
            <p:nvPr/>
          </p:nvSpPr>
          <p:spPr>
            <a:xfrm>
              <a:off x="-1164142" y="1253169"/>
              <a:ext cx="112855" cy="115297"/>
            </a:xfrm>
            <a:custGeom>
              <a:avLst/>
              <a:gdLst>
                <a:gd name="connsiteX0" fmla="*/ 50987 w 112855"/>
                <a:gd name="connsiteY0" fmla="*/ 111614 h 115297"/>
                <a:gd name="connsiteX1" fmla="*/ 22571 w 112855"/>
                <a:gd name="connsiteY1" fmla="*/ 104484 h 115297"/>
                <a:gd name="connsiteX2" fmla="*/ 2607 w 112855"/>
                <a:gd name="connsiteY2" fmla="*/ 84216 h 115297"/>
                <a:gd name="connsiteX3" fmla="*/ -4625 w 112855"/>
                <a:gd name="connsiteY3" fmla="*/ 53761 h 115297"/>
                <a:gd name="connsiteX4" fmla="*/ 2811 w 112855"/>
                <a:gd name="connsiteY4" fmla="*/ 23510 h 115297"/>
                <a:gd name="connsiteX5" fmla="*/ 23079 w 112855"/>
                <a:gd name="connsiteY5" fmla="*/ 3343 h 115297"/>
                <a:gd name="connsiteX6" fmla="*/ 51804 w 112855"/>
                <a:gd name="connsiteY6" fmla="*/ -3684 h 115297"/>
                <a:gd name="connsiteX7" fmla="*/ 80526 w 112855"/>
                <a:gd name="connsiteY7" fmla="*/ 3343 h 115297"/>
                <a:gd name="connsiteX8" fmla="*/ 100795 w 112855"/>
                <a:gd name="connsiteY8" fmla="*/ 23408 h 115297"/>
                <a:gd name="connsiteX9" fmla="*/ 108231 w 112855"/>
                <a:gd name="connsiteY9" fmla="*/ 53761 h 115297"/>
                <a:gd name="connsiteX10" fmla="*/ 100591 w 112855"/>
                <a:gd name="connsiteY10" fmla="*/ 84216 h 115297"/>
                <a:gd name="connsiteX11" fmla="*/ 79914 w 112855"/>
                <a:gd name="connsiteY11" fmla="*/ 104484 h 115297"/>
                <a:gd name="connsiteX12" fmla="*/ 50987 w 112855"/>
                <a:gd name="connsiteY12" fmla="*/ 111614 h 115297"/>
                <a:gd name="connsiteX13" fmla="*/ 50987 w 112855"/>
                <a:gd name="connsiteY13" fmla="*/ 95317 h 115297"/>
                <a:gd name="connsiteX14" fmla="*/ 69729 w 112855"/>
                <a:gd name="connsiteY14" fmla="*/ 90632 h 115297"/>
                <a:gd name="connsiteX15" fmla="*/ 83887 w 112855"/>
                <a:gd name="connsiteY15" fmla="*/ 76576 h 115297"/>
                <a:gd name="connsiteX16" fmla="*/ 89285 w 112855"/>
                <a:gd name="connsiteY16" fmla="*/ 53761 h 115297"/>
                <a:gd name="connsiteX17" fmla="*/ 83989 w 112855"/>
                <a:gd name="connsiteY17" fmla="*/ 30946 h 115297"/>
                <a:gd name="connsiteX18" fmla="*/ 70136 w 112855"/>
                <a:gd name="connsiteY18" fmla="*/ 16992 h 115297"/>
                <a:gd name="connsiteX19" fmla="*/ 51598 w 112855"/>
                <a:gd name="connsiteY19" fmla="*/ 12408 h 115297"/>
                <a:gd name="connsiteX20" fmla="*/ 32959 w 112855"/>
                <a:gd name="connsiteY20" fmla="*/ 16992 h 115297"/>
                <a:gd name="connsiteX21" fmla="*/ 19413 w 112855"/>
                <a:gd name="connsiteY21" fmla="*/ 30946 h 115297"/>
                <a:gd name="connsiteX22" fmla="*/ 14320 w 112855"/>
                <a:gd name="connsiteY22" fmla="*/ 53761 h 115297"/>
                <a:gd name="connsiteX23" fmla="*/ 19311 w 112855"/>
                <a:gd name="connsiteY23" fmla="*/ 76780 h 115297"/>
                <a:gd name="connsiteX24" fmla="*/ 32655 w 112855"/>
                <a:gd name="connsiteY24" fmla="*/ 90734 h 115297"/>
                <a:gd name="connsiteX25" fmla="*/ 50987 w 112855"/>
                <a:gd name="connsiteY25" fmla="*/ 95317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2855" h="115297">
                  <a:moveTo>
                    <a:pt x="50987" y="111614"/>
                  </a:moveTo>
                  <a:cubicBezTo>
                    <a:pt x="40531" y="111614"/>
                    <a:pt x="31058" y="109236"/>
                    <a:pt x="22571" y="104484"/>
                  </a:cubicBezTo>
                  <a:cubicBezTo>
                    <a:pt x="14082" y="99731"/>
                    <a:pt x="7428" y="92975"/>
                    <a:pt x="2607" y="84216"/>
                  </a:cubicBezTo>
                  <a:cubicBezTo>
                    <a:pt x="-2214" y="75455"/>
                    <a:pt x="-4625" y="65305"/>
                    <a:pt x="-4625" y="53761"/>
                  </a:cubicBezTo>
                  <a:cubicBezTo>
                    <a:pt x="-4625" y="42353"/>
                    <a:pt x="-2145" y="32269"/>
                    <a:pt x="2811" y="23510"/>
                  </a:cubicBezTo>
                  <a:cubicBezTo>
                    <a:pt x="7767" y="14751"/>
                    <a:pt x="14524" y="8029"/>
                    <a:pt x="23079" y="3343"/>
                  </a:cubicBezTo>
                  <a:cubicBezTo>
                    <a:pt x="31636" y="-1343"/>
                    <a:pt x="41210" y="-3684"/>
                    <a:pt x="51804" y="-3684"/>
                  </a:cubicBezTo>
                  <a:cubicBezTo>
                    <a:pt x="62396" y="-3684"/>
                    <a:pt x="71969" y="-1343"/>
                    <a:pt x="80526" y="3343"/>
                  </a:cubicBezTo>
                  <a:cubicBezTo>
                    <a:pt x="89082" y="8029"/>
                    <a:pt x="95838" y="14717"/>
                    <a:pt x="100795" y="23408"/>
                  </a:cubicBezTo>
                  <a:cubicBezTo>
                    <a:pt x="105751" y="32100"/>
                    <a:pt x="108231" y="42218"/>
                    <a:pt x="108231" y="53761"/>
                  </a:cubicBezTo>
                  <a:cubicBezTo>
                    <a:pt x="108231" y="65305"/>
                    <a:pt x="105684" y="75455"/>
                    <a:pt x="100591" y="84216"/>
                  </a:cubicBezTo>
                  <a:cubicBezTo>
                    <a:pt x="95498" y="92975"/>
                    <a:pt x="88606" y="99731"/>
                    <a:pt x="79914" y="104484"/>
                  </a:cubicBezTo>
                  <a:cubicBezTo>
                    <a:pt x="71223" y="109236"/>
                    <a:pt x="61581" y="111614"/>
                    <a:pt x="50987" y="111614"/>
                  </a:cubicBezTo>
                  <a:close/>
                  <a:moveTo>
                    <a:pt x="50987" y="95317"/>
                  </a:moveTo>
                  <a:cubicBezTo>
                    <a:pt x="57643" y="95317"/>
                    <a:pt x="63890" y="93755"/>
                    <a:pt x="69729" y="90632"/>
                  </a:cubicBezTo>
                  <a:cubicBezTo>
                    <a:pt x="75568" y="87508"/>
                    <a:pt x="80288" y="82823"/>
                    <a:pt x="83887" y="76576"/>
                  </a:cubicBezTo>
                  <a:cubicBezTo>
                    <a:pt x="87485" y="70329"/>
                    <a:pt x="89285" y="62724"/>
                    <a:pt x="89285" y="53761"/>
                  </a:cubicBezTo>
                  <a:cubicBezTo>
                    <a:pt x="89285" y="44798"/>
                    <a:pt x="87519" y="37193"/>
                    <a:pt x="83989" y="30946"/>
                  </a:cubicBezTo>
                  <a:cubicBezTo>
                    <a:pt x="80458" y="24698"/>
                    <a:pt x="75840" y="20047"/>
                    <a:pt x="70136" y="16992"/>
                  </a:cubicBezTo>
                  <a:cubicBezTo>
                    <a:pt x="64432" y="13937"/>
                    <a:pt x="58254" y="12408"/>
                    <a:pt x="51598" y="12408"/>
                  </a:cubicBezTo>
                  <a:cubicBezTo>
                    <a:pt x="44809" y="12408"/>
                    <a:pt x="38597" y="13937"/>
                    <a:pt x="32959" y="16992"/>
                  </a:cubicBezTo>
                  <a:cubicBezTo>
                    <a:pt x="27324" y="20047"/>
                    <a:pt x="22809" y="24698"/>
                    <a:pt x="19413" y="30946"/>
                  </a:cubicBezTo>
                  <a:cubicBezTo>
                    <a:pt x="16018" y="37193"/>
                    <a:pt x="14320" y="44798"/>
                    <a:pt x="14320" y="53761"/>
                  </a:cubicBezTo>
                  <a:cubicBezTo>
                    <a:pt x="14320" y="62859"/>
                    <a:pt x="15984" y="70533"/>
                    <a:pt x="19311" y="76780"/>
                  </a:cubicBezTo>
                  <a:cubicBezTo>
                    <a:pt x="22639" y="83026"/>
                    <a:pt x="27086" y="87678"/>
                    <a:pt x="32655" y="90734"/>
                  </a:cubicBezTo>
                  <a:cubicBezTo>
                    <a:pt x="38222" y="93789"/>
                    <a:pt x="44333" y="95317"/>
                    <a:pt x="50987" y="95317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5C3CE6A-E34E-8110-7A93-5F505E49B504}"/>
                </a:ext>
              </a:extLst>
            </p:cNvPr>
            <p:cNvSpPr/>
            <p:nvPr/>
          </p:nvSpPr>
          <p:spPr>
            <a:xfrm>
              <a:off x="-977472" y="1252965"/>
              <a:ext cx="54594" cy="113668"/>
            </a:xfrm>
            <a:custGeom>
              <a:avLst/>
              <a:gdLst>
                <a:gd name="connsiteX0" fmla="*/ 13033 w 54594"/>
                <a:gd name="connsiteY0" fmla="*/ 16488 h 113668"/>
                <a:gd name="connsiteX1" fmla="*/ 26986 w 54594"/>
                <a:gd name="connsiteY1" fmla="*/ 1618 h 113668"/>
                <a:gd name="connsiteX2" fmla="*/ 49089 w 54594"/>
                <a:gd name="connsiteY2" fmla="*/ -3678 h 113668"/>
                <a:gd name="connsiteX3" fmla="*/ 49089 w 54594"/>
                <a:gd name="connsiteY3" fmla="*/ 15470 h 113668"/>
                <a:gd name="connsiteX4" fmla="*/ 44199 w 54594"/>
                <a:gd name="connsiteY4" fmla="*/ 15470 h 113668"/>
                <a:gd name="connsiteX5" fmla="*/ 13033 w 54594"/>
                <a:gd name="connsiteY5" fmla="*/ 49285 h 113668"/>
                <a:gd name="connsiteX6" fmla="*/ 13033 w 54594"/>
                <a:gd name="connsiteY6" fmla="*/ 109990 h 113668"/>
                <a:gd name="connsiteX7" fmla="*/ -5505 w 54594"/>
                <a:gd name="connsiteY7" fmla="*/ 109990 h 113668"/>
                <a:gd name="connsiteX8" fmla="*/ -5505 w 54594"/>
                <a:gd name="connsiteY8" fmla="*/ -1641 h 113668"/>
                <a:gd name="connsiteX9" fmla="*/ 13033 w 54594"/>
                <a:gd name="connsiteY9" fmla="*/ -1641 h 113668"/>
                <a:gd name="connsiteX10" fmla="*/ 13033 w 54594"/>
                <a:gd name="connsiteY10" fmla="*/ 16488 h 11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594" h="113668">
                  <a:moveTo>
                    <a:pt x="13033" y="16488"/>
                  </a:moveTo>
                  <a:cubicBezTo>
                    <a:pt x="16291" y="10106"/>
                    <a:pt x="20943" y="5148"/>
                    <a:pt x="26986" y="1618"/>
                  </a:cubicBezTo>
                  <a:cubicBezTo>
                    <a:pt x="33029" y="-1913"/>
                    <a:pt x="40397" y="-3678"/>
                    <a:pt x="49089" y="-3678"/>
                  </a:cubicBezTo>
                  <a:lnTo>
                    <a:pt x="49089" y="15470"/>
                  </a:lnTo>
                  <a:lnTo>
                    <a:pt x="44199" y="15470"/>
                  </a:lnTo>
                  <a:cubicBezTo>
                    <a:pt x="23421" y="15470"/>
                    <a:pt x="13033" y="26743"/>
                    <a:pt x="13033" y="49285"/>
                  </a:cubicBezTo>
                  <a:lnTo>
                    <a:pt x="13033" y="109990"/>
                  </a:lnTo>
                  <a:lnTo>
                    <a:pt x="-5505" y="109990"/>
                  </a:lnTo>
                  <a:lnTo>
                    <a:pt x="-5505" y="-1641"/>
                  </a:lnTo>
                  <a:lnTo>
                    <a:pt x="13033" y="-1641"/>
                  </a:lnTo>
                  <a:lnTo>
                    <a:pt x="13033" y="16488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1724790-94AB-D1C0-7597-EE68697DDD09}"/>
                </a:ext>
              </a:extLst>
            </p:cNvPr>
            <p:cNvSpPr/>
            <p:nvPr/>
          </p:nvSpPr>
          <p:spPr>
            <a:xfrm>
              <a:off x="-857577" y="1253169"/>
              <a:ext cx="86373" cy="115297"/>
            </a:xfrm>
            <a:custGeom>
              <a:avLst/>
              <a:gdLst>
                <a:gd name="connsiteX0" fmla="*/ 39384 w 86373"/>
                <a:gd name="connsiteY0" fmla="*/ 111614 h 115297"/>
                <a:gd name="connsiteX1" fmla="*/ 16364 w 86373"/>
                <a:gd name="connsiteY1" fmla="*/ 107234 h 115297"/>
                <a:gd name="connsiteX2" fmla="*/ 272 w 86373"/>
                <a:gd name="connsiteY2" fmla="*/ 95011 h 115297"/>
                <a:gd name="connsiteX3" fmla="*/ -6247 w 86373"/>
                <a:gd name="connsiteY3" fmla="*/ 76983 h 115297"/>
                <a:gd name="connsiteX4" fmla="*/ 12902 w 86373"/>
                <a:gd name="connsiteY4" fmla="*/ 76983 h 115297"/>
                <a:gd name="connsiteX5" fmla="*/ 20744 w 86373"/>
                <a:gd name="connsiteY5" fmla="*/ 90632 h 115297"/>
                <a:gd name="connsiteX6" fmla="*/ 39181 w 86373"/>
                <a:gd name="connsiteY6" fmla="*/ 95928 h 115297"/>
                <a:gd name="connsiteX7" fmla="*/ 55884 w 86373"/>
                <a:gd name="connsiteY7" fmla="*/ 91243 h 115297"/>
                <a:gd name="connsiteX8" fmla="*/ 61996 w 86373"/>
                <a:gd name="connsiteY8" fmla="*/ 79427 h 115297"/>
                <a:gd name="connsiteX9" fmla="*/ 55477 w 86373"/>
                <a:gd name="connsiteY9" fmla="*/ 68529 h 115297"/>
                <a:gd name="connsiteX10" fmla="*/ 35309 w 86373"/>
                <a:gd name="connsiteY10" fmla="*/ 61502 h 115297"/>
                <a:gd name="connsiteX11" fmla="*/ 15041 w 86373"/>
                <a:gd name="connsiteY11" fmla="*/ 54881 h 115297"/>
                <a:gd name="connsiteX12" fmla="*/ 1596 w 86373"/>
                <a:gd name="connsiteY12" fmla="*/ 44900 h 115297"/>
                <a:gd name="connsiteX13" fmla="*/ -4005 w 86373"/>
                <a:gd name="connsiteY13" fmla="*/ 27483 h 115297"/>
                <a:gd name="connsiteX14" fmla="*/ 1086 w 86373"/>
                <a:gd name="connsiteY14" fmla="*/ 11797 h 115297"/>
                <a:gd name="connsiteX15" fmla="*/ 15549 w 86373"/>
                <a:gd name="connsiteY15" fmla="*/ 492 h 115297"/>
                <a:gd name="connsiteX16" fmla="*/ 36939 w 86373"/>
                <a:gd name="connsiteY16" fmla="*/ -3684 h 115297"/>
                <a:gd name="connsiteX17" fmla="*/ 66885 w 86373"/>
                <a:gd name="connsiteY17" fmla="*/ 5686 h 115297"/>
                <a:gd name="connsiteX18" fmla="*/ 79106 w 86373"/>
                <a:gd name="connsiteY18" fmla="*/ 31354 h 115297"/>
                <a:gd name="connsiteX19" fmla="*/ 60570 w 86373"/>
                <a:gd name="connsiteY19" fmla="*/ 31354 h 115297"/>
                <a:gd name="connsiteX20" fmla="*/ 53541 w 86373"/>
                <a:gd name="connsiteY20" fmla="*/ 17298 h 115297"/>
                <a:gd name="connsiteX21" fmla="*/ 36328 w 86373"/>
                <a:gd name="connsiteY21" fmla="*/ 12001 h 115297"/>
                <a:gd name="connsiteX22" fmla="*/ 20439 w 86373"/>
                <a:gd name="connsiteY22" fmla="*/ 16278 h 115297"/>
                <a:gd name="connsiteX23" fmla="*/ 14531 w 86373"/>
                <a:gd name="connsiteY23" fmla="*/ 27483 h 115297"/>
                <a:gd name="connsiteX24" fmla="*/ 18096 w 86373"/>
                <a:gd name="connsiteY24" fmla="*/ 36548 h 115297"/>
                <a:gd name="connsiteX25" fmla="*/ 27059 w 86373"/>
                <a:gd name="connsiteY25" fmla="*/ 42252 h 115297"/>
                <a:gd name="connsiteX26" fmla="*/ 42032 w 86373"/>
                <a:gd name="connsiteY26" fmla="*/ 47039 h 115297"/>
                <a:gd name="connsiteX27" fmla="*/ 61588 w 86373"/>
                <a:gd name="connsiteY27" fmla="*/ 53455 h 115297"/>
                <a:gd name="connsiteX28" fmla="*/ 74523 w 86373"/>
                <a:gd name="connsiteY28" fmla="*/ 62927 h 115297"/>
                <a:gd name="connsiteX29" fmla="*/ 80126 w 86373"/>
                <a:gd name="connsiteY29" fmla="*/ 79427 h 115297"/>
                <a:gd name="connsiteX30" fmla="*/ 75033 w 86373"/>
                <a:gd name="connsiteY30" fmla="*/ 95928 h 115297"/>
                <a:gd name="connsiteX31" fmla="*/ 60671 w 86373"/>
                <a:gd name="connsiteY31" fmla="*/ 107438 h 115297"/>
                <a:gd name="connsiteX32" fmla="*/ 39384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39384" y="111614"/>
                  </a:moveTo>
                  <a:cubicBezTo>
                    <a:pt x="30827" y="111614"/>
                    <a:pt x="23155" y="110154"/>
                    <a:pt x="16364" y="107234"/>
                  </a:cubicBezTo>
                  <a:cubicBezTo>
                    <a:pt x="9575" y="104314"/>
                    <a:pt x="4210" y="100240"/>
                    <a:pt x="272" y="95011"/>
                  </a:cubicBezTo>
                  <a:cubicBezTo>
                    <a:pt x="-3666" y="89783"/>
                    <a:pt x="-5840" y="83774"/>
                    <a:pt x="-6247" y="76983"/>
                  </a:cubicBezTo>
                  <a:lnTo>
                    <a:pt x="12902" y="76983"/>
                  </a:lnTo>
                  <a:cubicBezTo>
                    <a:pt x="13444" y="82552"/>
                    <a:pt x="16059" y="87101"/>
                    <a:pt x="20744" y="90632"/>
                  </a:cubicBezTo>
                  <a:cubicBezTo>
                    <a:pt x="25430" y="94162"/>
                    <a:pt x="31575" y="95928"/>
                    <a:pt x="39181" y="95928"/>
                  </a:cubicBezTo>
                  <a:cubicBezTo>
                    <a:pt x="46242" y="95928"/>
                    <a:pt x="51809" y="94366"/>
                    <a:pt x="55884" y="91243"/>
                  </a:cubicBezTo>
                  <a:cubicBezTo>
                    <a:pt x="59959" y="88119"/>
                    <a:pt x="61996" y="84181"/>
                    <a:pt x="61996" y="79427"/>
                  </a:cubicBezTo>
                  <a:cubicBezTo>
                    <a:pt x="61996" y="74539"/>
                    <a:pt x="59822" y="70906"/>
                    <a:pt x="55477" y="68529"/>
                  </a:cubicBezTo>
                  <a:cubicBezTo>
                    <a:pt x="51131" y="66153"/>
                    <a:pt x="44409" y="63811"/>
                    <a:pt x="35309" y="61502"/>
                  </a:cubicBezTo>
                  <a:cubicBezTo>
                    <a:pt x="27026" y="59328"/>
                    <a:pt x="20269" y="57122"/>
                    <a:pt x="15041" y="54881"/>
                  </a:cubicBezTo>
                  <a:cubicBezTo>
                    <a:pt x="9813" y="52640"/>
                    <a:pt x="5331" y="49313"/>
                    <a:pt x="1596" y="44900"/>
                  </a:cubicBezTo>
                  <a:cubicBezTo>
                    <a:pt x="-2138" y="40486"/>
                    <a:pt x="-4005" y="34681"/>
                    <a:pt x="-4005" y="27483"/>
                  </a:cubicBezTo>
                  <a:cubicBezTo>
                    <a:pt x="-4005" y="21778"/>
                    <a:pt x="-2309" y="16550"/>
                    <a:pt x="1086" y="11797"/>
                  </a:cubicBezTo>
                  <a:cubicBezTo>
                    <a:pt x="4482" y="7043"/>
                    <a:pt x="9303" y="3275"/>
                    <a:pt x="15549" y="492"/>
                  </a:cubicBezTo>
                  <a:cubicBezTo>
                    <a:pt x="21796" y="-2293"/>
                    <a:pt x="28926" y="-3684"/>
                    <a:pt x="36939" y="-3684"/>
                  </a:cubicBezTo>
                  <a:cubicBezTo>
                    <a:pt x="49297" y="-3684"/>
                    <a:pt x="59279" y="-561"/>
                    <a:pt x="66885" y="5686"/>
                  </a:cubicBezTo>
                  <a:cubicBezTo>
                    <a:pt x="74489" y="11933"/>
                    <a:pt x="78564" y="20488"/>
                    <a:pt x="79106" y="31354"/>
                  </a:cubicBezTo>
                  <a:lnTo>
                    <a:pt x="60570" y="31354"/>
                  </a:lnTo>
                  <a:cubicBezTo>
                    <a:pt x="60163" y="25513"/>
                    <a:pt x="57820" y="20829"/>
                    <a:pt x="53541" y="17298"/>
                  </a:cubicBezTo>
                  <a:cubicBezTo>
                    <a:pt x="49264" y="13766"/>
                    <a:pt x="43526" y="12001"/>
                    <a:pt x="36328" y="12001"/>
                  </a:cubicBezTo>
                  <a:cubicBezTo>
                    <a:pt x="29674" y="12001"/>
                    <a:pt x="24377" y="13427"/>
                    <a:pt x="20439" y="16278"/>
                  </a:cubicBezTo>
                  <a:cubicBezTo>
                    <a:pt x="16501" y="19131"/>
                    <a:pt x="14531" y="22865"/>
                    <a:pt x="14531" y="27483"/>
                  </a:cubicBezTo>
                  <a:cubicBezTo>
                    <a:pt x="14531" y="31150"/>
                    <a:pt x="15719" y="34171"/>
                    <a:pt x="18096" y="36548"/>
                  </a:cubicBezTo>
                  <a:cubicBezTo>
                    <a:pt x="20473" y="38923"/>
                    <a:pt x="23461" y="40825"/>
                    <a:pt x="27059" y="42252"/>
                  </a:cubicBezTo>
                  <a:cubicBezTo>
                    <a:pt x="30658" y="43678"/>
                    <a:pt x="35650" y="45273"/>
                    <a:pt x="42032" y="47039"/>
                  </a:cubicBezTo>
                  <a:cubicBezTo>
                    <a:pt x="50045" y="49211"/>
                    <a:pt x="56563" y="51350"/>
                    <a:pt x="61588" y="53455"/>
                  </a:cubicBezTo>
                  <a:cubicBezTo>
                    <a:pt x="66613" y="55560"/>
                    <a:pt x="70924" y="58717"/>
                    <a:pt x="74523" y="62927"/>
                  </a:cubicBezTo>
                  <a:cubicBezTo>
                    <a:pt x="78122" y="67138"/>
                    <a:pt x="79989" y="72638"/>
                    <a:pt x="80126" y="79427"/>
                  </a:cubicBezTo>
                  <a:cubicBezTo>
                    <a:pt x="80126" y="85539"/>
                    <a:pt x="78428" y="91039"/>
                    <a:pt x="75033" y="95928"/>
                  </a:cubicBezTo>
                  <a:cubicBezTo>
                    <a:pt x="71638" y="100816"/>
                    <a:pt x="66851" y="104653"/>
                    <a:pt x="60671" y="107438"/>
                  </a:cubicBezTo>
                  <a:cubicBezTo>
                    <a:pt x="54493" y="110222"/>
                    <a:pt x="47397" y="111614"/>
                    <a:pt x="39384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C17FE0E-B84A-7181-D5B4-C0E29F83B6EF}"/>
                </a:ext>
              </a:extLst>
            </p:cNvPr>
            <p:cNvSpPr/>
            <p:nvPr/>
          </p:nvSpPr>
          <p:spPr>
            <a:xfrm rot="19796186">
              <a:off x="-2006334" y="1241532"/>
              <a:ext cx="151108" cy="173844"/>
            </a:xfrm>
            <a:custGeom>
              <a:avLst/>
              <a:gdLst>
                <a:gd name="connsiteX0" fmla="*/ -2702 w 151108"/>
                <a:gd name="connsiteY0" fmla="*/ 76552 h 173844"/>
                <a:gd name="connsiteX1" fmla="*/ 148407 w 151108"/>
                <a:gd name="connsiteY1" fmla="*/ -11625 h 173844"/>
                <a:gd name="connsiteX2" fmla="*/ 148407 w 151108"/>
                <a:gd name="connsiteY2" fmla="*/ 162219 h 173844"/>
                <a:gd name="connsiteX3" fmla="*/ 129644 w 151108"/>
                <a:gd name="connsiteY3" fmla="*/ 152132 h 173844"/>
                <a:gd name="connsiteX4" fmla="*/ 129644 w 151108"/>
                <a:gd name="connsiteY4" fmla="*/ 124429 h 173844"/>
                <a:gd name="connsiteX5" fmla="*/ 40885 w 151108"/>
                <a:gd name="connsiteY5" fmla="*/ 71533 h 173844"/>
                <a:gd name="connsiteX6" fmla="*/ 16033 w 151108"/>
                <a:gd name="connsiteY6" fmla="*/ 86639 h 173844"/>
                <a:gd name="connsiteX7" fmla="*/ -2702 w 151108"/>
                <a:gd name="connsiteY7" fmla="*/ 76552 h 173844"/>
                <a:gd name="connsiteX8" fmla="*/ 54650 w 151108"/>
                <a:gd name="connsiteY8" fmla="*/ 63955 h 173844"/>
                <a:gd name="connsiteX9" fmla="*/ 129644 w 151108"/>
                <a:gd name="connsiteY9" fmla="*/ 106789 h 173844"/>
                <a:gd name="connsiteX10" fmla="*/ 129644 w 151108"/>
                <a:gd name="connsiteY10" fmla="*/ 21146 h 173844"/>
                <a:gd name="connsiteX11" fmla="*/ 54650 w 151108"/>
                <a:gd name="connsiteY11" fmla="*/ 63955 h 17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108" h="173844">
                  <a:moveTo>
                    <a:pt x="-2702" y="76552"/>
                  </a:moveTo>
                  <a:lnTo>
                    <a:pt x="148407" y="-11625"/>
                  </a:lnTo>
                  <a:lnTo>
                    <a:pt x="148407" y="162219"/>
                  </a:lnTo>
                  <a:lnTo>
                    <a:pt x="129644" y="152132"/>
                  </a:lnTo>
                  <a:lnTo>
                    <a:pt x="129644" y="124429"/>
                  </a:lnTo>
                  <a:lnTo>
                    <a:pt x="40885" y="71533"/>
                  </a:lnTo>
                  <a:lnTo>
                    <a:pt x="16033" y="86639"/>
                  </a:lnTo>
                  <a:lnTo>
                    <a:pt x="-2702" y="76552"/>
                  </a:lnTo>
                  <a:close/>
                  <a:moveTo>
                    <a:pt x="54650" y="63955"/>
                  </a:moveTo>
                  <a:lnTo>
                    <a:pt x="129644" y="106789"/>
                  </a:lnTo>
                  <a:lnTo>
                    <a:pt x="129644" y="21146"/>
                  </a:lnTo>
                  <a:lnTo>
                    <a:pt x="54650" y="63955"/>
                  </a:lnTo>
                  <a:close/>
                </a:path>
              </a:pathLst>
            </a:custGeom>
            <a:solidFill>
              <a:schemeClr val="bg1"/>
            </a:solidFill>
            <a:ln w="17264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6" name="Graphic 7">
            <a:extLst>
              <a:ext uri="{FF2B5EF4-FFF2-40B4-BE49-F238E27FC236}">
                <a16:creationId xmlns:a16="http://schemas.microsoft.com/office/drawing/2014/main" id="{6ADD2E3F-2508-5A49-6003-1F643541960B}"/>
              </a:ext>
            </a:extLst>
          </p:cNvPr>
          <p:cNvSpPr/>
          <p:nvPr userDrawn="1"/>
        </p:nvSpPr>
        <p:spPr>
          <a:xfrm>
            <a:off x="4786668" y="-10455"/>
            <a:ext cx="6794601" cy="6875443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24706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Graphic 7">
            <a:extLst>
              <a:ext uri="{FF2B5EF4-FFF2-40B4-BE49-F238E27FC236}">
                <a16:creationId xmlns:a16="http://schemas.microsoft.com/office/drawing/2014/main" id="{A45D57EE-ADD2-0658-6837-C0327958060C}"/>
              </a:ext>
            </a:extLst>
          </p:cNvPr>
          <p:cNvSpPr/>
          <p:nvPr userDrawn="1"/>
        </p:nvSpPr>
        <p:spPr>
          <a:xfrm>
            <a:off x="5396194" y="2296"/>
            <a:ext cx="6794601" cy="6855705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24706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31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992661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raphic 7">
            <a:extLst>
              <a:ext uri="{FF2B5EF4-FFF2-40B4-BE49-F238E27FC236}">
                <a16:creationId xmlns:a16="http://schemas.microsoft.com/office/drawing/2014/main" id="{6ADD2E3F-2508-5A49-6003-1F643541960B}"/>
              </a:ext>
            </a:extLst>
          </p:cNvPr>
          <p:cNvSpPr/>
          <p:nvPr userDrawn="1"/>
        </p:nvSpPr>
        <p:spPr>
          <a:xfrm>
            <a:off x="4786668" y="-10455"/>
            <a:ext cx="6794601" cy="6888192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Graphic 7">
            <a:extLst>
              <a:ext uri="{FF2B5EF4-FFF2-40B4-BE49-F238E27FC236}">
                <a16:creationId xmlns:a16="http://schemas.microsoft.com/office/drawing/2014/main" id="{A45D57EE-ADD2-0658-6837-C0327958060C}"/>
              </a:ext>
            </a:extLst>
          </p:cNvPr>
          <p:cNvSpPr/>
          <p:nvPr userDrawn="1"/>
        </p:nvSpPr>
        <p:spPr>
          <a:xfrm>
            <a:off x="5396194" y="2295"/>
            <a:ext cx="6794601" cy="6875443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A469C7F-6EA6-6E39-4FE3-ECCB5966A3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000" y="4986176"/>
            <a:ext cx="2301320" cy="518865"/>
          </a:xfrm>
          <a:prstGeom prst="rect">
            <a:avLst/>
          </a:prstGeom>
        </p:spPr>
      </p:pic>
      <p:sp>
        <p:nvSpPr>
          <p:cNvPr id="2" name="Graphic 7">
            <a:extLst>
              <a:ext uri="{FF2B5EF4-FFF2-40B4-BE49-F238E27FC236}">
                <a16:creationId xmlns:a16="http://schemas.microsoft.com/office/drawing/2014/main" id="{B41EB870-7E27-7226-F82E-06FE73EB2650}"/>
              </a:ext>
            </a:extLst>
          </p:cNvPr>
          <p:cNvSpPr/>
          <p:nvPr userDrawn="1"/>
        </p:nvSpPr>
        <p:spPr>
          <a:xfrm>
            <a:off x="6026653" y="-586"/>
            <a:ext cx="6794601" cy="6855705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24706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FFD039-6A46-3A21-2925-F5B1FDDE8D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0733" y="1724124"/>
            <a:ext cx="7920193" cy="738664"/>
          </a:xfrm>
          <a:prstGeom prst="rect">
            <a:avLst/>
          </a:prstGeom>
        </p:spPr>
        <p:txBody>
          <a:bodyPr vert="horz" anchor="b"/>
          <a:lstStyle>
            <a:lvl1pPr algn="l">
              <a:defRPr sz="48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Title Slide: Dark</a:t>
            </a:r>
            <a:endParaRPr lang="da-DK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1DEB521-A4A0-7137-ABF5-859A3F6D45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0733" y="2550985"/>
            <a:ext cx="7920193" cy="512897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133" b="1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3DF7A639-4564-2A6A-3324-B2453E8E3B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732" y="3505738"/>
            <a:ext cx="3800147" cy="305789"/>
          </a:xfrm>
        </p:spPr>
        <p:txBody>
          <a:bodyPr tIns="9144" bIns="9144" anchor="b">
            <a:sp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 sz="1867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MM, DD, YYYY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34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in front of a group of people in a meeting  Description automatically generated">
            <a:extLst>
              <a:ext uri="{FF2B5EF4-FFF2-40B4-BE49-F238E27FC236}">
                <a16:creationId xmlns:a16="http://schemas.microsoft.com/office/drawing/2014/main" id="{4A758298-57B4-AD70-0E0A-D778226836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8001"/>
          </a:xfrm>
          <a:prstGeom prst="rect">
            <a:avLst/>
          </a:prstGeom>
        </p:spPr>
      </p:pic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992661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EB6A88A-993E-F951-30A1-6090862EC6C8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92000">
                <a:schemeClr val="accent2">
                  <a:alpha val="0"/>
                </a:schemeClr>
              </a:gs>
            </a:gsLst>
            <a:lin ang="108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pPr marL="0" marR="0" indent="0" algn="ctr" defTabSz="11006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426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Graphik-Light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D64BDB-5682-7099-EE06-0E08E771C741}"/>
              </a:ext>
            </a:extLst>
          </p:cNvPr>
          <p:cNvSpPr/>
          <p:nvPr userDrawn="1"/>
        </p:nvSpPr>
        <p:spPr>
          <a:xfrm flipH="1">
            <a:off x="189187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92000">
                <a:schemeClr val="accent2">
                  <a:alpha val="0"/>
                </a:schemeClr>
              </a:gs>
            </a:gsLst>
            <a:lin ang="108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pPr marR="0" lvl="0" indent="0" algn="ctr" defTabSz="1100639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426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Graphik-Light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16A413-578E-60B2-DC53-873BCAAB8F22}"/>
              </a:ext>
            </a:extLst>
          </p:cNvPr>
          <p:cNvGrpSpPr/>
          <p:nvPr userDrawn="1"/>
        </p:nvGrpSpPr>
        <p:grpSpPr>
          <a:xfrm>
            <a:off x="625600" y="4994019"/>
            <a:ext cx="2322411" cy="562175"/>
            <a:chOff x="-2459325" y="909338"/>
            <a:chExt cx="2090498" cy="50603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F1149A7-41C5-3111-2D56-15AA166189C9}"/>
                </a:ext>
              </a:extLst>
            </p:cNvPr>
            <p:cNvSpPr/>
            <p:nvPr/>
          </p:nvSpPr>
          <p:spPr>
            <a:xfrm>
              <a:off x="-1594801" y="1254927"/>
              <a:ext cx="109813" cy="111433"/>
            </a:xfrm>
            <a:custGeom>
              <a:avLst/>
              <a:gdLst>
                <a:gd name="connsiteX0" fmla="*/ 49434 w 109813"/>
                <a:gd name="connsiteY0" fmla="*/ 83233 h 111433"/>
                <a:gd name="connsiteX1" fmla="*/ 83776 w 109813"/>
                <a:gd name="connsiteY1" fmla="*/ -10442 h 111433"/>
                <a:gd name="connsiteX2" fmla="*/ 104142 w 109813"/>
                <a:gd name="connsiteY2" fmla="*/ -10442 h 111433"/>
                <a:gd name="connsiteX3" fmla="*/ 60423 w 109813"/>
                <a:gd name="connsiteY3" fmla="*/ 100991 h 111433"/>
                <a:gd name="connsiteX4" fmla="*/ 38030 w 109813"/>
                <a:gd name="connsiteY4" fmla="*/ 100991 h 111433"/>
                <a:gd name="connsiteX5" fmla="*/ -5671 w 109813"/>
                <a:gd name="connsiteY5" fmla="*/ -10262 h 111433"/>
                <a:gd name="connsiteX6" fmla="*/ 14967 w 109813"/>
                <a:gd name="connsiteY6" fmla="*/ -10262 h 111433"/>
                <a:gd name="connsiteX7" fmla="*/ 49434 w 109813"/>
                <a:gd name="connsiteY7" fmla="*/ 83233 h 11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813" h="111433">
                  <a:moveTo>
                    <a:pt x="49434" y="83233"/>
                  </a:moveTo>
                  <a:lnTo>
                    <a:pt x="83776" y="-10442"/>
                  </a:lnTo>
                  <a:lnTo>
                    <a:pt x="104142" y="-10442"/>
                  </a:lnTo>
                  <a:lnTo>
                    <a:pt x="60423" y="100991"/>
                  </a:lnTo>
                  <a:lnTo>
                    <a:pt x="38030" y="100991"/>
                  </a:lnTo>
                  <a:lnTo>
                    <a:pt x="-5671" y="-10262"/>
                  </a:lnTo>
                  <a:lnTo>
                    <a:pt x="14967" y="-10262"/>
                  </a:lnTo>
                  <a:lnTo>
                    <a:pt x="49434" y="83233"/>
                  </a:lnTo>
                  <a:close/>
                </a:path>
              </a:pathLst>
            </a:custGeom>
            <a:solidFill>
              <a:schemeClr val="bg1"/>
            </a:solidFill>
            <a:ln w="180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B05AC6C-542E-88F7-5B0B-EB95217AB480}"/>
                </a:ext>
              </a:extLst>
            </p:cNvPr>
            <p:cNvSpPr/>
            <p:nvPr/>
          </p:nvSpPr>
          <p:spPr>
            <a:xfrm rot="19821841">
              <a:off x="-2459325" y="958273"/>
              <a:ext cx="248542" cy="188457"/>
            </a:xfrm>
            <a:custGeom>
              <a:avLst/>
              <a:gdLst>
                <a:gd name="connsiteX0" fmla="*/ -4841 w 248542"/>
                <a:gd name="connsiteY0" fmla="*/ 140058 h 188457"/>
                <a:gd name="connsiteX1" fmla="*/ 243701 w 248542"/>
                <a:gd name="connsiteY1" fmla="*/ -9436 h 188457"/>
                <a:gd name="connsiteX2" fmla="*/ 243290 w 248542"/>
                <a:gd name="connsiteY2" fmla="*/ 70926 h 188457"/>
                <a:gd name="connsiteX3" fmla="*/ 236713 w 248542"/>
                <a:gd name="connsiteY3" fmla="*/ 74863 h 188457"/>
                <a:gd name="connsiteX4" fmla="*/ 63593 w 248542"/>
                <a:gd name="connsiteY4" fmla="*/ 179022 h 188457"/>
                <a:gd name="connsiteX5" fmla="*/ -4841 w 248542"/>
                <a:gd name="connsiteY5" fmla="*/ 140058 h 188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542" h="188457">
                  <a:moveTo>
                    <a:pt x="-4841" y="140058"/>
                  </a:moveTo>
                  <a:lnTo>
                    <a:pt x="243701" y="-9436"/>
                  </a:lnTo>
                  <a:lnTo>
                    <a:pt x="243290" y="70926"/>
                  </a:lnTo>
                  <a:lnTo>
                    <a:pt x="236713" y="74863"/>
                  </a:lnTo>
                  <a:lnTo>
                    <a:pt x="63593" y="179022"/>
                  </a:lnTo>
                  <a:lnTo>
                    <a:pt x="-4841" y="140058"/>
                  </a:lnTo>
                  <a:close/>
                </a:path>
              </a:pathLst>
            </a:custGeom>
            <a:solidFill>
              <a:srgbClr val="00B3B2"/>
            </a:solidFill>
            <a:ln w="368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1F28EE5-0897-4E10-2AC5-C35CD02B3341}"/>
                </a:ext>
              </a:extLst>
            </p:cNvPr>
            <p:cNvSpPr/>
            <p:nvPr/>
          </p:nvSpPr>
          <p:spPr>
            <a:xfrm rot="1712540">
              <a:off x="-2259001" y="948985"/>
              <a:ext cx="242434" cy="288023"/>
            </a:xfrm>
            <a:custGeom>
              <a:avLst/>
              <a:gdLst>
                <a:gd name="connsiteX0" fmla="*/ -2745 w 242434"/>
                <a:gd name="connsiteY0" fmla="*/ 276391 h 288023"/>
                <a:gd name="connsiteX1" fmla="*/ -2745 w 242434"/>
                <a:gd name="connsiteY1" fmla="*/ -11633 h 288023"/>
                <a:gd name="connsiteX2" fmla="*/ 239690 w 242434"/>
                <a:gd name="connsiteY2" fmla="*/ 144627 h 288023"/>
                <a:gd name="connsiteX3" fmla="*/ 181163 w 242434"/>
                <a:gd name="connsiteY3" fmla="*/ 176102 h 288023"/>
                <a:gd name="connsiteX4" fmla="*/ 151465 w 242434"/>
                <a:gd name="connsiteY4" fmla="*/ 157449 h 288023"/>
                <a:gd name="connsiteX5" fmla="*/ 55754 w 242434"/>
                <a:gd name="connsiteY5" fmla="*/ 209922 h 288023"/>
                <a:gd name="connsiteX6" fmla="*/ 55754 w 242434"/>
                <a:gd name="connsiteY6" fmla="*/ 244905 h 288023"/>
                <a:gd name="connsiteX7" fmla="*/ -2745 w 242434"/>
                <a:gd name="connsiteY7" fmla="*/ 276391 h 288023"/>
                <a:gd name="connsiteX8" fmla="*/ 55754 w 242434"/>
                <a:gd name="connsiteY8" fmla="*/ 95649 h 288023"/>
                <a:gd name="connsiteX9" fmla="*/ 55754 w 242434"/>
                <a:gd name="connsiteY9" fmla="*/ 171444 h 288023"/>
                <a:gd name="connsiteX10" fmla="*/ 119153 w 242434"/>
                <a:gd name="connsiteY10" fmla="*/ 136462 h 288023"/>
                <a:gd name="connsiteX11" fmla="*/ 55754 w 242434"/>
                <a:gd name="connsiteY11" fmla="*/ 95649 h 28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434" h="288023">
                  <a:moveTo>
                    <a:pt x="-2745" y="276391"/>
                  </a:moveTo>
                  <a:lnTo>
                    <a:pt x="-2745" y="-11633"/>
                  </a:lnTo>
                  <a:lnTo>
                    <a:pt x="239690" y="144627"/>
                  </a:lnTo>
                  <a:lnTo>
                    <a:pt x="181163" y="176102"/>
                  </a:lnTo>
                  <a:lnTo>
                    <a:pt x="151465" y="157449"/>
                  </a:lnTo>
                  <a:lnTo>
                    <a:pt x="55754" y="209922"/>
                  </a:lnTo>
                  <a:lnTo>
                    <a:pt x="55754" y="244905"/>
                  </a:lnTo>
                  <a:lnTo>
                    <a:pt x="-2745" y="276391"/>
                  </a:lnTo>
                  <a:close/>
                  <a:moveTo>
                    <a:pt x="55754" y="95649"/>
                  </a:moveTo>
                  <a:lnTo>
                    <a:pt x="55754" y="171444"/>
                  </a:lnTo>
                  <a:lnTo>
                    <a:pt x="119153" y="136462"/>
                  </a:lnTo>
                  <a:lnTo>
                    <a:pt x="55754" y="95649"/>
                  </a:lnTo>
                  <a:close/>
                </a:path>
              </a:pathLst>
            </a:custGeom>
            <a:solidFill>
              <a:schemeClr val="bg1"/>
            </a:solidFill>
            <a:ln w="815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E69D066-0CB0-513C-D86F-682F79EB6BFE}"/>
                </a:ext>
              </a:extLst>
            </p:cNvPr>
            <p:cNvSpPr/>
            <p:nvPr/>
          </p:nvSpPr>
          <p:spPr>
            <a:xfrm>
              <a:off x="-1995178" y="909338"/>
              <a:ext cx="200128" cy="254152"/>
            </a:xfrm>
            <a:custGeom>
              <a:avLst/>
              <a:gdLst>
                <a:gd name="connsiteX0" fmla="*/ 56742 w 200128"/>
                <a:gd name="connsiteY0" fmla="*/ 84973 h 254152"/>
                <a:gd name="connsiteX1" fmla="*/ 80187 w 200128"/>
                <a:gd name="connsiteY1" fmla="*/ 63567 h 254152"/>
                <a:gd name="connsiteX2" fmla="*/ 115184 w 200128"/>
                <a:gd name="connsiteY2" fmla="*/ 55411 h 254152"/>
                <a:gd name="connsiteX3" fmla="*/ 157655 w 200128"/>
                <a:gd name="connsiteY3" fmla="*/ 67303 h 254152"/>
                <a:gd name="connsiteX4" fmla="*/ 187725 w 200128"/>
                <a:gd name="connsiteY4" fmla="*/ 101281 h 254152"/>
                <a:gd name="connsiteX5" fmla="*/ 198769 w 200128"/>
                <a:gd name="connsiteY5" fmla="*/ 152589 h 254152"/>
                <a:gd name="connsiteX6" fmla="*/ 187725 w 200128"/>
                <a:gd name="connsiteY6" fmla="*/ 204065 h 254152"/>
                <a:gd name="connsiteX7" fmla="*/ 157655 w 200128"/>
                <a:gd name="connsiteY7" fmla="*/ 238380 h 254152"/>
                <a:gd name="connsiteX8" fmla="*/ 115184 w 200128"/>
                <a:gd name="connsiteY8" fmla="*/ 250443 h 254152"/>
                <a:gd name="connsiteX9" fmla="*/ 80187 w 200128"/>
                <a:gd name="connsiteY9" fmla="*/ 242459 h 254152"/>
                <a:gd name="connsiteX10" fmla="*/ 56742 w 200128"/>
                <a:gd name="connsiteY10" fmla="*/ 221221 h 254152"/>
                <a:gd name="connsiteX11" fmla="*/ 56742 w 200128"/>
                <a:gd name="connsiteY11" fmla="*/ 247725 h 254152"/>
                <a:gd name="connsiteX12" fmla="*/ -1359 w 200128"/>
                <a:gd name="connsiteY12" fmla="*/ 247725 h 254152"/>
                <a:gd name="connsiteX13" fmla="*/ -1359 w 200128"/>
                <a:gd name="connsiteY13" fmla="*/ -3709 h 254152"/>
                <a:gd name="connsiteX14" fmla="*/ 56742 w 200128"/>
                <a:gd name="connsiteY14" fmla="*/ -3709 h 254152"/>
                <a:gd name="connsiteX15" fmla="*/ 56742 w 200128"/>
                <a:gd name="connsiteY15" fmla="*/ 84973 h 254152"/>
                <a:gd name="connsiteX16" fmla="*/ 139648 w 200128"/>
                <a:gd name="connsiteY16" fmla="*/ 152589 h 254152"/>
                <a:gd name="connsiteX17" fmla="*/ 127585 w 200128"/>
                <a:gd name="connsiteY17" fmla="*/ 118440 h 254152"/>
                <a:gd name="connsiteX18" fmla="*/ 97854 w 200128"/>
                <a:gd name="connsiteY18" fmla="*/ 106039 h 254152"/>
                <a:gd name="connsiteX19" fmla="*/ 68463 w 200128"/>
                <a:gd name="connsiteY19" fmla="*/ 118611 h 254152"/>
                <a:gd name="connsiteX20" fmla="*/ 56403 w 200128"/>
                <a:gd name="connsiteY20" fmla="*/ 152928 h 254152"/>
                <a:gd name="connsiteX21" fmla="*/ 68463 w 200128"/>
                <a:gd name="connsiteY21" fmla="*/ 187246 h 254152"/>
                <a:gd name="connsiteX22" fmla="*/ 97854 w 200128"/>
                <a:gd name="connsiteY22" fmla="*/ 199817 h 254152"/>
                <a:gd name="connsiteX23" fmla="*/ 127416 w 200128"/>
                <a:gd name="connsiteY23" fmla="*/ 187075 h 254152"/>
                <a:gd name="connsiteX24" fmla="*/ 139648 w 200128"/>
                <a:gd name="connsiteY24" fmla="*/ 152589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56742" y="84973"/>
                  </a:moveTo>
                  <a:cubicBezTo>
                    <a:pt x="62178" y="76138"/>
                    <a:pt x="69993" y="69002"/>
                    <a:pt x="80187" y="63567"/>
                  </a:cubicBezTo>
                  <a:cubicBezTo>
                    <a:pt x="90381" y="58131"/>
                    <a:pt x="102045" y="55411"/>
                    <a:pt x="115184" y="55411"/>
                  </a:cubicBezTo>
                  <a:cubicBezTo>
                    <a:pt x="130813" y="55411"/>
                    <a:pt x="144969" y="59376"/>
                    <a:pt x="157655" y="67303"/>
                  </a:cubicBezTo>
                  <a:cubicBezTo>
                    <a:pt x="170340" y="75233"/>
                    <a:pt x="180363" y="86557"/>
                    <a:pt x="187725" y="101281"/>
                  </a:cubicBezTo>
                  <a:cubicBezTo>
                    <a:pt x="195087" y="116005"/>
                    <a:pt x="198769" y="133107"/>
                    <a:pt x="198769" y="152589"/>
                  </a:cubicBezTo>
                  <a:cubicBezTo>
                    <a:pt x="198769" y="172068"/>
                    <a:pt x="195087" y="189227"/>
                    <a:pt x="187725" y="204065"/>
                  </a:cubicBezTo>
                  <a:cubicBezTo>
                    <a:pt x="180363" y="218900"/>
                    <a:pt x="170340" y="230339"/>
                    <a:pt x="157655" y="238380"/>
                  </a:cubicBezTo>
                  <a:cubicBezTo>
                    <a:pt x="144969" y="246421"/>
                    <a:pt x="130813" y="250443"/>
                    <a:pt x="115184" y="250443"/>
                  </a:cubicBezTo>
                  <a:cubicBezTo>
                    <a:pt x="101819" y="250443"/>
                    <a:pt x="90153" y="247782"/>
                    <a:pt x="80187" y="242459"/>
                  </a:cubicBezTo>
                  <a:cubicBezTo>
                    <a:pt x="70219" y="237135"/>
                    <a:pt x="62403" y="230056"/>
                    <a:pt x="56742" y="221221"/>
                  </a:cubicBezTo>
                  <a:lnTo>
                    <a:pt x="56742" y="247725"/>
                  </a:lnTo>
                  <a:lnTo>
                    <a:pt x="-1359" y="247725"/>
                  </a:lnTo>
                  <a:lnTo>
                    <a:pt x="-1359" y="-3709"/>
                  </a:lnTo>
                  <a:lnTo>
                    <a:pt x="56742" y="-3709"/>
                  </a:lnTo>
                  <a:lnTo>
                    <a:pt x="56742" y="84973"/>
                  </a:lnTo>
                  <a:close/>
                  <a:moveTo>
                    <a:pt x="139648" y="152589"/>
                  </a:moveTo>
                  <a:cubicBezTo>
                    <a:pt x="139648" y="138091"/>
                    <a:pt x="135626" y="126709"/>
                    <a:pt x="127585" y="118440"/>
                  </a:cubicBezTo>
                  <a:cubicBezTo>
                    <a:pt x="119543" y="110173"/>
                    <a:pt x="109632" y="106039"/>
                    <a:pt x="97854" y="106039"/>
                  </a:cubicBezTo>
                  <a:cubicBezTo>
                    <a:pt x="86302" y="106039"/>
                    <a:pt x="76505" y="110230"/>
                    <a:pt x="68463" y="118611"/>
                  </a:cubicBezTo>
                  <a:cubicBezTo>
                    <a:pt x="60422" y="126992"/>
                    <a:pt x="56403" y="138430"/>
                    <a:pt x="56403" y="152928"/>
                  </a:cubicBezTo>
                  <a:cubicBezTo>
                    <a:pt x="56403" y="167424"/>
                    <a:pt x="60422" y="178862"/>
                    <a:pt x="68463" y="187246"/>
                  </a:cubicBezTo>
                  <a:cubicBezTo>
                    <a:pt x="76505" y="195627"/>
                    <a:pt x="86302" y="199817"/>
                    <a:pt x="97854" y="199817"/>
                  </a:cubicBezTo>
                  <a:cubicBezTo>
                    <a:pt x="109407" y="199817"/>
                    <a:pt x="119261" y="195570"/>
                    <a:pt x="127416" y="187075"/>
                  </a:cubicBezTo>
                  <a:cubicBezTo>
                    <a:pt x="135569" y="178580"/>
                    <a:pt x="139648" y="167084"/>
                    <a:pt x="139648" y="15258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DF27C78-1C01-44A3-C202-4099689ECD55}"/>
                </a:ext>
              </a:extLst>
            </p:cNvPr>
            <p:cNvSpPr/>
            <p:nvPr/>
          </p:nvSpPr>
          <p:spPr>
            <a:xfrm>
              <a:off x="-1741943" y="968459"/>
              <a:ext cx="190274" cy="195031"/>
            </a:xfrm>
            <a:custGeom>
              <a:avLst/>
              <a:gdLst>
                <a:gd name="connsiteX0" fmla="*/ 188078 w 190274"/>
                <a:gd name="connsiteY0" fmla="*/ 90645 h 195031"/>
                <a:gd name="connsiteX1" fmla="*/ 187059 w 190274"/>
                <a:gd name="connsiteY1" fmla="*/ 107635 h 195031"/>
                <a:gd name="connsiteX2" fmla="*/ 55566 w 190274"/>
                <a:gd name="connsiteY2" fmla="*/ 107635 h 195031"/>
                <a:gd name="connsiteX3" fmla="*/ 66948 w 190274"/>
                <a:gd name="connsiteY3" fmla="*/ 134648 h 195031"/>
                <a:gd name="connsiteX4" fmla="*/ 91582 w 190274"/>
                <a:gd name="connsiteY4" fmla="*/ 143991 h 195031"/>
                <a:gd name="connsiteX5" fmla="*/ 121821 w 190274"/>
                <a:gd name="connsiteY5" fmla="*/ 125642 h 195031"/>
                <a:gd name="connsiteX6" fmla="*/ 183660 w 190274"/>
                <a:gd name="connsiteY6" fmla="*/ 125642 h 195031"/>
                <a:gd name="connsiteX7" fmla="*/ 166503 w 190274"/>
                <a:gd name="connsiteY7" fmla="*/ 159280 h 195031"/>
                <a:gd name="connsiteX8" fmla="*/ 135412 w 190274"/>
                <a:gd name="connsiteY8" fmla="*/ 182724 h 195031"/>
                <a:gd name="connsiteX9" fmla="*/ 93621 w 190274"/>
                <a:gd name="connsiteY9" fmla="*/ 191219 h 195031"/>
                <a:gd name="connsiteX10" fmla="*/ 44014 w 190274"/>
                <a:gd name="connsiteY10" fmla="*/ 179327 h 195031"/>
                <a:gd name="connsiteX11" fmla="*/ 10036 w 190274"/>
                <a:gd name="connsiteY11" fmla="*/ 145350 h 195031"/>
                <a:gd name="connsiteX12" fmla="*/ -2196 w 190274"/>
                <a:gd name="connsiteY12" fmla="*/ 93705 h 195031"/>
                <a:gd name="connsiteX13" fmla="*/ 9865 w 190274"/>
                <a:gd name="connsiteY13" fmla="*/ 42057 h 195031"/>
                <a:gd name="connsiteX14" fmla="*/ 43674 w 190274"/>
                <a:gd name="connsiteY14" fmla="*/ 8080 h 195031"/>
                <a:gd name="connsiteX15" fmla="*/ 93621 w 190274"/>
                <a:gd name="connsiteY15" fmla="*/ -3812 h 195031"/>
                <a:gd name="connsiteX16" fmla="*/ 142548 w 190274"/>
                <a:gd name="connsiteY16" fmla="*/ 7740 h 195031"/>
                <a:gd name="connsiteX17" fmla="*/ 176015 w 190274"/>
                <a:gd name="connsiteY17" fmla="*/ 40699 h 195031"/>
                <a:gd name="connsiteX18" fmla="*/ 188078 w 190274"/>
                <a:gd name="connsiteY18" fmla="*/ 90645 h 195031"/>
                <a:gd name="connsiteX19" fmla="*/ 128618 w 190274"/>
                <a:gd name="connsiteY19" fmla="*/ 75356 h 195031"/>
                <a:gd name="connsiteX20" fmla="*/ 118424 w 190274"/>
                <a:gd name="connsiteY20" fmla="*/ 51572 h 195031"/>
                <a:gd name="connsiteX21" fmla="*/ 92941 w 190274"/>
                <a:gd name="connsiteY21" fmla="*/ 42737 h 195031"/>
                <a:gd name="connsiteX22" fmla="*/ 68307 w 190274"/>
                <a:gd name="connsiteY22" fmla="*/ 51232 h 195031"/>
                <a:gd name="connsiteX23" fmla="*/ 55906 w 190274"/>
                <a:gd name="connsiteY23" fmla="*/ 75356 h 195031"/>
                <a:gd name="connsiteX24" fmla="*/ 12861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8078" y="90645"/>
                  </a:moveTo>
                  <a:cubicBezTo>
                    <a:pt x="188078" y="96083"/>
                    <a:pt x="187739" y="101746"/>
                    <a:pt x="187059" y="107635"/>
                  </a:cubicBezTo>
                  <a:lnTo>
                    <a:pt x="55566" y="107635"/>
                  </a:lnTo>
                  <a:cubicBezTo>
                    <a:pt x="56471" y="119413"/>
                    <a:pt x="60265" y="128416"/>
                    <a:pt x="66948" y="134648"/>
                  </a:cubicBezTo>
                  <a:cubicBezTo>
                    <a:pt x="73630" y="140876"/>
                    <a:pt x="81843" y="143991"/>
                    <a:pt x="91582" y="143991"/>
                  </a:cubicBezTo>
                  <a:cubicBezTo>
                    <a:pt x="106078" y="143991"/>
                    <a:pt x="116158" y="137874"/>
                    <a:pt x="121821" y="125642"/>
                  </a:cubicBezTo>
                  <a:lnTo>
                    <a:pt x="183660" y="125642"/>
                  </a:lnTo>
                  <a:cubicBezTo>
                    <a:pt x="180491" y="138102"/>
                    <a:pt x="174770" y="149314"/>
                    <a:pt x="166503" y="159280"/>
                  </a:cubicBezTo>
                  <a:cubicBezTo>
                    <a:pt x="158234" y="169248"/>
                    <a:pt x="147872" y="177061"/>
                    <a:pt x="135412" y="182724"/>
                  </a:cubicBezTo>
                  <a:cubicBezTo>
                    <a:pt x="122954" y="188388"/>
                    <a:pt x="109024" y="191219"/>
                    <a:pt x="93621" y="191219"/>
                  </a:cubicBezTo>
                  <a:cubicBezTo>
                    <a:pt x="75046" y="191219"/>
                    <a:pt x="58510" y="187255"/>
                    <a:pt x="44014" y="179327"/>
                  </a:cubicBezTo>
                  <a:cubicBezTo>
                    <a:pt x="29516" y="171400"/>
                    <a:pt x="18189" y="160073"/>
                    <a:pt x="10036" y="145350"/>
                  </a:cubicBezTo>
                  <a:cubicBezTo>
                    <a:pt x="1881" y="130626"/>
                    <a:pt x="-2196" y="113410"/>
                    <a:pt x="-2196" y="93705"/>
                  </a:cubicBezTo>
                  <a:cubicBezTo>
                    <a:pt x="-2196" y="73997"/>
                    <a:pt x="1824" y="56781"/>
                    <a:pt x="9865" y="42057"/>
                  </a:cubicBezTo>
                  <a:cubicBezTo>
                    <a:pt x="17906" y="27334"/>
                    <a:pt x="29176" y="16009"/>
                    <a:pt x="43674" y="8080"/>
                  </a:cubicBezTo>
                  <a:cubicBezTo>
                    <a:pt x="58170" y="152"/>
                    <a:pt x="74820" y="-3812"/>
                    <a:pt x="93621" y="-3812"/>
                  </a:cubicBezTo>
                  <a:cubicBezTo>
                    <a:pt x="111967" y="-3812"/>
                    <a:pt x="128278" y="38"/>
                    <a:pt x="142548" y="7740"/>
                  </a:cubicBezTo>
                  <a:cubicBezTo>
                    <a:pt x="156818" y="15442"/>
                    <a:pt x="167974" y="26429"/>
                    <a:pt x="176015" y="40699"/>
                  </a:cubicBezTo>
                  <a:cubicBezTo>
                    <a:pt x="184057" y="54969"/>
                    <a:pt x="188078" y="71619"/>
                    <a:pt x="188078" y="90645"/>
                  </a:cubicBezTo>
                  <a:close/>
                  <a:moveTo>
                    <a:pt x="128618" y="75356"/>
                  </a:moveTo>
                  <a:cubicBezTo>
                    <a:pt x="128618" y="65388"/>
                    <a:pt x="125221" y="57461"/>
                    <a:pt x="118424" y="51572"/>
                  </a:cubicBezTo>
                  <a:cubicBezTo>
                    <a:pt x="111628" y="45683"/>
                    <a:pt x="103135" y="42737"/>
                    <a:pt x="92941" y="42737"/>
                  </a:cubicBezTo>
                  <a:cubicBezTo>
                    <a:pt x="83201" y="42737"/>
                    <a:pt x="74989" y="45569"/>
                    <a:pt x="68307" y="51232"/>
                  </a:cubicBezTo>
                  <a:cubicBezTo>
                    <a:pt x="61624" y="56895"/>
                    <a:pt x="57490" y="64937"/>
                    <a:pt x="55906" y="75356"/>
                  </a:cubicBezTo>
                  <a:lnTo>
                    <a:pt x="12861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EFA9051-2E1F-B4A2-151F-6EF4797D166C}"/>
                </a:ext>
              </a:extLst>
            </p:cNvPr>
            <p:cNvSpPr/>
            <p:nvPr/>
          </p:nvSpPr>
          <p:spPr>
            <a:xfrm>
              <a:off x="-1487570" y="969138"/>
              <a:ext cx="117562" cy="191634"/>
            </a:xfrm>
            <a:custGeom>
              <a:avLst/>
              <a:gdLst>
                <a:gd name="connsiteX0" fmla="*/ 55173 w 117562"/>
                <a:gd name="connsiteY0" fmla="*/ 29829 h 191634"/>
                <a:gd name="connsiteX1" fmla="*/ 80656 w 117562"/>
                <a:gd name="connsiteY1" fmla="*/ 5197 h 191634"/>
                <a:gd name="connsiteX2" fmla="*/ 114633 w 117562"/>
                <a:gd name="connsiteY2" fmla="*/ -3809 h 191634"/>
                <a:gd name="connsiteX3" fmla="*/ 114633 w 117562"/>
                <a:gd name="connsiteY3" fmla="*/ 57692 h 191634"/>
                <a:gd name="connsiteX4" fmla="*/ 98662 w 117562"/>
                <a:gd name="connsiteY4" fmla="*/ 57692 h 191634"/>
                <a:gd name="connsiteX5" fmla="*/ 66046 w 117562"/>
                <a:gd name="connsiteY5" fmla="*/ 67035 h 191634"/>
                <a:gd name="connsiteX6" fmla="*/ 55173 w 117562"/>
                <a:gd name="connsiteY6" fmla="*/ 99823 h 191634"/>
                <a:gd name="connsiteX7" fmla="*/ 55173 w 117562"/>
                <a:gd name="connsiteY7" fmla="*/ 187826 h 191634"/>
                <a:gd name="connsiteX8" fmla="*/ -2929 w 117562"/>
                <a:gd name="connsiteY8" fmla="*/ 187826 h 191634"/>
                <a:gd name="connsiteX9" fmla="*/ -2929 w 117562"/>
                <a:gd name="connsiteY9" fmla="*/ -1768 h 191634"/>
                <a:gd name="connsiteX10" fmla="*/ 55173 w 117562"/>
                <a:gd name="connsiteY10" fmla="*/ -1768 h 191634"/>
                <a:gd name="connsiteX11" fmla="*/ 55173 w 117562"/>
                <a:gd name="connsiteY11" fmla="*/ 2982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562" h="191634">
                  <a:moveTo>
                    <a:pt x="55173" y="29829"/>
                  </a:moveTo>
                  <a:cubicBezTo>
                    <a:pt x="61967" y="19410"/>
                    <a:pt x="70462" y="11200"/>
                    <a:pt x="80656" y="5197"/>
                  </a:cubicBezTo>
                  <a:cubicBezTo>
                    <a:pt x="90849" y="-806"/>
                    <a:pt x="102176" y="-3809"/>
                    <a:pt x="114633" y="-3809"/>
                  </a:cubicBezTo>
                  <a:lnTo>
                    <a:pt x="114633" y="57692"/>
                  </a:lnTo>
                  <a:lnTo>
                    <a:pt x="98662" y="57692"/>
                  </a:lnTo>
                  <a:cubicBezTo>
                    <a:pt x="84167" y="57692"/>
                    <a:pt x="73294" y="60807"/>
                    <a:pt x="66046" y="67035"/>
                  </a:cubicBezTo>
                  <a:cubicBezTo>
                    <a:pt x="58795" y="73264"/>
                    <a:pt x="55173" y="84194"/>
                    <a:pt x="55173" y="99823"/>
                  </a:cubicBezTo>
                  <a:lnTo>
                    <a:pt x="55173" y="187826"/>
                  </a:lnTo>
                  <a:lnTo>
                    <a:pt x="-2929" y="187826"/>
                  </a:lnTo>
                  <a:lnTo>
                    <a:pt x="-2929" y="-1768"/>
                  </a:lnTo>
                  <a:lnTo>
                    <a:pt x="55173" y="-1768"/>
                  </a:lnTo>
                  <a:lnTo>
                    <a:pt x="55173" y="29829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73A024D-033C-C799-0DB3-71371F866928}"/>
                </a:ext>
              </a:extLst>
            </p:cNvPr>
            <p:cNvSpPr/>
            <p:nvPr/>
          </p:nvSpPr>
          <p:spPr>
            <a:xfrm>
              <a:off x="-1317989" y="909338"/>
              <a:ext cx="200128" cy="254152"/>
            </a:xfrm>
            <a:custGeom>
              <a:avLst/>
              <a:gdLst>
                <a:gd name="connsiteX0" fmla="*/ -3629 w 200128"/>
                <a:gd name="connsiteY0" fmla="*/ 152589 h 254152"/>
                <a:gd name="connsiteX1" fmla="*/ 7413 w 200128"/>
                <a:gd name="connsiteY1" fmla="*/ 101281 h 254152"/>
                <a:gd name="connsiteX2" fmla="*/ 37483 w 200128"/>
                <a:gd name="connsiteY2" fmla="*/ 67303 h 254152"/>
                <a:gd name="connsiteX3" fmla="*/ 79956 w 200128"/>
                <a:gd name="connsiteY3" fmla="*/ 55411 h 254152"/>
                <a:gd name="connsiteX4" fmla="*/ 114103 w 200128"/>
                <a:gd name="connsiteY4" fmla="*/ 63227 h 254152"/>
                <a:gd name="connsiteX5" fmla="*/ 138398 w 200128"/>
                <a:gd name="connsiteY5" fmla="*/ 84294 h 254152"/>
                <a:gd name="connsiteX6" fmla="*/ 138398 w 200128"/>
                <a:gd name="connsiteY6" fmla="*/ -3709 h 254152"/>
                <a:gd name="connsiteX7" fmla="*/ 196500 w 200128"/>
                <a:gd name="connsiteY7" fmla="*/ -3709 h 254152"/>
                <a:gd name="connsiteX8" fmla="*/ 196500 w 200128"/>
                <a:gd name="connsiteY8" fmla="*/ 247725 h 254152"/>
                <a:gd name="connsiteX9" fmla="*/ 138398 w 200128"/>
                <a:gd name="connsiteY9" fmla="*/ 247725 h 254152"/>
                <a:gd name="connsiteX10" fmla="*/ 138398 w 200128"/>
                <a:gd name="connsiteY10" fmla="*/ 220542 h 254152"/>
                <a:gd name="connsiteX11" fmla="*/ 115122 w 200128"/>
                <a:gd name="connsiteY11" fmla="*/ 242288 h 254152"/>
                <a:gd name="connsiteX12" fmla="*/ 79956 w 200128"/>
                <a:gd name="connsiteY12" fmla="*/ 250443 h 254152"/>
                <a:gd name="connsiteX13" fmla="*/ 37483 w 200128"/>
                <a:gd name="connsiteY13" fmla="*/ 238380 h 254152"/>
                <a:gd name="connsiteX14" fmla="*/ 7413 w 200128"/>
                <a:gd name="connsiteY14" fmla="*/ 204065 h 254152"/>
                <a:gd name="connsiteX15" fmla="*/ -3629 w 200128"/>
                <a:gd name="connsiteY15" fmla="*/ 152589 h 254152"/>
                <a:gd name="connsiteX16" fmla="*/ 138398 w 200128"/>
                <a:gd name="connsiteY16" fmla="*/ 152928 h 254152"/>
                <a:gd name="connsiteX17" fmla="*/ 126334 w 200128"/>
                <a:gd name="connsiteY17" fmla="*/ 118611 h 254152"/>
                <a:gd name="connsiteX18" fmla="*/ 96944 w 200128"/>
                <a:gd name="connsiteY18" fmla="*/ 106039 h 254152"/>
                <a:gd name="connsiteX19" fmla="*/ 67553 w 200128"/>
                <a:gd name="connsiteY19" fmla="*/ 118440 h 254152"/>
                <a:gd name="connsiteX20" fmla="*/ 55492 w 200128"/>
                <a:gd name="connsiteY20" fmla="*/ 152589 h 254152"/>
                <a:gd name="connsiteX21" fmla="*/ 67553 w 200128"/>
                <a:gd name="connsiteY21" fmla="*/ 187075 h 254152"/>
                <a:gd name="connsiteX22" fmla="*/ 96944 w 200128"/>
                <a:gd name="connsiteY22" fmla="*/ 199817 h 254152"/>
                <a:gd name="connsiteX23" fmla="*/ 126334 w 200128"/>
                <a:gd name="connsiteY23" fmla="*/ 187246 h 254152"/>
                <a:gd name="connsiteX24" fmla="*/ 138398 w 200128"/>
                <a:gd name="connsiteY24" fmla="*/ 152928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-3629" y="152589"/>
                  </a:moveTo>
                  <a:cubicBezTo>
                    <a:pt x="-3629" y="133107"/>
                    <a:pt x="51" y="116005"/>
                    <a:pt x="7413" y="101281"/>
                  </a:cubicBezTo>
                  <a:cubicBezTo>
                    <a:pt x="14775" y="86557"/>
                    <a:pt x="24797" y="75233"/>
                    <a:pt x="37483" y="67303"/>
                  </a:cubicBezTo>
                  <a:cubicBezTo>
                    <a:pt x="50169" y="59376"/>
                    <a:pt x="64325" y="55411"/>
                    <a:pt x="79956" y="55411"/>
                  </a:cubicBezTo>
                  <a:cubicBezTo>
                    <a:pt x="92413" y="55411"/>
                    <a:pt x="103797" y="58017"/>
                    <a:pt x="114103" y="63227"/>
                  </a:cubicBezTo>
                  <a:cubicBezTo>
                    <a:pt x="124410" y="68437"/>
                    <a:pt x="132509" y="75459"/>
                    <a:pt x="138398" y="84294"/>
                  </a:cubicBezTo>
                  <a:lnTo>
                    <a:pt x="138398" y="-3709"/>
                  </a:lnTo>
                  <a:lnTo>
                    <a:pt x="196500" y="-3709"/>
                  </a:lnTo>
                  <a:lnTo>
                    <a:pt x="196500" y="247725"/>
                  </a:lnTo>
                  <a:lnTo>
                    <a:pt x="138398" y="247725"/>
                  </a:lnTo>
                  <a:lnTo>
                    <a:pt x="138398" y="220542"/>
                  </a:lnTo>
                  <a:cubicBezTo>
                    <a:pt x="132960" y="229605"/>
                    <a:pt x="125201" y="236852"/>
                    <a:pt x="115122" y="242288"/>
                  </a:cubicBezTo>
                  <a:cubicBezTo>
                    <a:pt x="105042" y="247725"/>
                    <a:pt x="93319" y="250443"/>
                    <a:pt x="79956" y="250443"/>
                  </a:cubicBezTo>
                  <a:cubicBezTo>
                    <a:pt x="64325" y="250443"/>
                    <a:pt x="50169" y="246421"/>
                    <a:pt x="37483" y="238380"/>
                  </a:cubicBezTo>
                  <a:cubicBezTo>
                    <a:pt x="24797" y="230339"/>
                    <a:pt x="14775" y="218900"/>
                    <a:pt x="7413" y="204065"/>
                  </a:cubicBezTo>
                  <a:cubicBezTo>
                    <a:pt x="51" y="189227"/>
                    <a:pt x="-3629" y="172068"/>
                    <a:pt x="-3629" y="152589"/>
                  </a:cubicBezTo>
                  <a:close/>
                  <a:moveTo>
                    <a:pt x="138398" y="152928"/>
                  </a:moveTo>
                  <a:cubicBezTo>
                    <a:pt x="138398" y="138430"/>
                    <a:pt x="134376" y="126992"/>
                    <a:pt x="126334" y="118611"/>
                  </a:cubicBezTo>
                  <a:cubicBezTo>
                    <a:pt x="118293" y="110230"/>
                    <a:pt x="108496" y="106039"/>
                    <a:pt x="96944" y="106039"/>
                  </a:cubicBezTo>
                  <a:cubicBezTo>
                    <a:pt x="85391" y="106039"/>
                    <a:pt x="75594" y="110173"/>
                    <a:pt x="67553" y="118440"/>
                  </a:cubicBezTo>
                  <a:cubicBezTo>
                    <a:pt x="59512" y="126709"/>
                    <a:pt x="55492" y="138091"/>
                    <a:pt x="55492" y="152589"/>
                  </a:cubicBezTo>
                  <a:cubicBezTo>
                    <a:pt x="55492" y="167084"/>
                    <a:pt x="59512" y="178580"/>
                    <a:pt x="67553" y="187075"/>
                  </a:cubicBezTo>
                  <a:cubicBezTo>
                    <a:pt x="75594" y="195570"/>
                    <a:pt x="85391" y="199817"/>
                    <a:pt x="96944" y="199817"/>
                  </a:cubicBezTo>
                  <a:cubicBezTo>
                    <a:pt x="108496" y="199817"/>
                    <a:pt x="118293" y="195627"/>
                    <a:pt x="126334" y="187246"/>
                  </a:cubicBezTo>
                  <a:cubicBezTo>
                    <a:pt x="134376" y="178862"/>
                    <a:pt x="138398" y="167424"/>
                    <a:pt x="138398" y="152928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5ABB2D2-2EF0-D2C1-CD04-98CC0265D0EC}"/>
                </a:ext>
              </a:extLst>
            </p:cNvPr>
            <p:cNvSpPr/>
            <p:nvPr/>
          </p:nvSpPr>
          <p:spPr>
            <a:xfrm>
              <a:off x="-1055392" y="968459"/>
              <a:ext cx="190274" cy="195031"/>
            </a:xfrm>
            <a:custGeom>
              <a:avLst/>
              <a:gdLst>
                <a:gd name="connsiteX0" fmla="*/ 185768 w 190274"/>
                <a:gd name="connsiteY0" fmla="*/ 90645 h 195031"/>
                <a:gd name="connsiteX1" fmla="*/ 184749 w 190274"/>
                <a:gd name="connsiteY1" fmla="*/ 107635 h 195031"/>
                <a:gd name="connsiteX2" fmla="*/ 53256 w 190274"/>
                <a:gd name="connsiteY2" fmla="*/ 107635 h 195031"/>
                <a:gd name="connsiteX3" fmla="*/ 64637 w 190274"/>
                <a:gd name="connsiteY3" fmla="*/ 134648 h 195031"/>
                <a:gd name="connsiteX4" fmla="*/ 89272 w 190274"/>
                <a:gd name="connsiteY4" fmla="*/ 143991 h 195031"/>
                <a:gd name="connsiteX5" fmla="*/ 119510 w 190274"/>
                <a:gd name="connsiteY5" fmla="*/ 125642 h 195031"/>
                <a:gd name="connsiteX6" fmla="*/ 181352 w 190274"/>
                <a:gd name="connsiteY6" fmla="*/ 125642 h 195031"/>
                <a:gd name="connsiteX7" fmla="*/ 164190 w 190274"/>
                <a:gd name="connsiteY7" fmla="*/ 159280 h 195031"/>
                <a:gd name="connsiteX8" fmla="*/ 133101 w 190274"/>
                <a:gd name="connsiteY8" fmla="*/ 182724 h 195031"/>
                <a:gd name="connsiteX9" fmla="*/ 91310 w 190274"/>
                <a:gd name="connsiteY9" fmla="*/ 191219 h 195031"/>
                <a:gd name="connsiteX10" fmla="*/ 41703 w 190274"/>
                <a:gd name="connsiteY10" fmla="*/ 179327 h 195031"/>
                <a:gd name="connsiteX11" fmla="*/ 7725 w 190274"/>
                <a:gd name="connsiteY11" fmla="*/ 145350 h 195031"/>
                <a:gd name="connsiteX12" fmla="*/ -4507 w 190274"/>
                <a:gd name="connsiteY12" fmla="*/ 93705 h 195031"/>
                <a:gd name="connsiteX13" fmla="*/ 7554 w 190274"/>
                <a:gd name="connsiteY13" fmla="*/ 42057 h 195031"/>
                <a:gd name="connsiteX14" fmla="*/ 41363 w 190274"/>
                <a:gd name="connsiteY14" fmla="*/ 8080 h 195031"/>
                <a:gd name="connsiteX15" fmla="*/ 91310 w 190274"/>
                <a:gd name="connsiteY15" fmla="*/ -3812 h 195031"/>
                <a:gd name="connsiteX16" fmla="*/ 140237 w 190274"/>
                <a:gd name="connsiteY16" fmla="*/ 7740 h 195031"/>
                <a:gd name="connsiteX17" fmla="*/ 173705 w 190274"/>
                <a:gd name="connsiteY17" fmla="*/ 40699 h 195031"/>
                <a:gd name="connsiteX18" fmla="*/ 185768 w 190274"/>
                <a:gd name="connsiteY18" fmla="*/ 90645 h 195031"/>
                <a:gd name="connsiteX19" fmla="*/ 126307 w 190274"/>
                <a:gd name="connsiteY19" fmla="*/ 75356 h 195031"/>
                <a:gd name="connsiteX20" fmla="*/ 116113 w 190274"/>
                <a:gd name="connsiteY20" fmla="*/ 51572 h 195031"/>
                <a:gd name="connsiteX21" fmla="*/ 90631 w 190274"/>
                <a:gd name="connsiteY21" fmla="*/ 42737 h 195031"/>
                <a:gd name="connsiteX22" fmla="*/ 65996 w 190274"/>
                <a:gd name="connsiteY22" fmla="*/ 51232 h 195031"/>
                <a:gd name="connsiteX23" fmla="*/ 53595 w 190274"/>
                <a:gd name="connsiteY23" fmla="*/ 75356 h 195031"/>
                <a:gd name="connsiteX24" fmla="*/ 126307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5768" y="90645"/>
                  </a:moveTo>
                  <a:cubicBezTo>
                    <a:pt x="185768" y="96083"/>
                    <a:pt x="185428" y="101746"/>
                    <a:pt x="184749" y="107635"/>
                  </a:cubicBezTo>
                  <a:lnTo>
                    <a:pt x="53256" y="107635"/>
                  </a:lnTo>
                  <a:cubicBezTo>
                    <a:pt x="54161" y="119413"/>
                    <a:pt x="57954" y="128416"/>
                    <a:pt x="64637" y="134648"/>
                  </a:cubicBezTo>
                  <a:cubicBezTo>
                    <a:pt x="71319" y="140876"/>
                    <a:pt x="79532" y="143991"/>
                    <a:pt x="89272" y="143991"/>
                  </a:cubicBezTo>
                  <a:cubicBezTo>
                    <a:pt x="103767" y="143991"/>
                    <a:pt x="113847" y="137874"/>
                    <a:pt x="119510" y="125642"/>
                  </a:cubicBezTo>
                  <a:lnTo>
                    <a:pt x="181352" y="125642"/>
                  </a:lnTo>
                  <a:cubicBezTo>
                    <a:pt x="178180" y="138102"/>
                    <a:pt x="172460" y="149314"/>
                    <a:pt x="164190" y="159280"/>
                  </a:cubicBezTo>
                  <a:cubicBezTo>
                    <a:pt x="155923" y="169248"/>
                    <a:pt x="145561" y="177061"/>
                    <a:pt x="133101" y="182724"/>
                  </a:cubicBezTo>
                  <a:cubicBezTo>
                    <a:pt x="120644" y="188388"/>
                    <a:pt x="106713" y="191219"/>
                    <a:pt x="91310" y="191219"/>
                  </a:cubicBezTo>
                  <a:cubicBezTo>
                    <a:pt x="72735" y="191219"/>
                    <a:pt x="56199" y="187255"/>
                    <a:pt x="41703" y="179327"/>
                  </a:cubicBezTo>
                  <a:cubicBezTo>
                    <a:pt x="27205" y="171400"/>
                    <a:pt x="15878" y="160073"/>
                    <a:pt x="7725" y="145350"/>
                  </a:cubicBezTo>
                  <a:cubicBezTo>
                    <a:pt x="-430" y="130626"/>
                    <a:pt x="-4507" y="113410"/>
                    <a:pt x="-4507" y="93705"/>
                  </a:cubicBezTo>
                  <a:cubicBezTo>
                    <a:pt x="-4507" y="73997"/>
                    <a:pt x="-487" y="56781"/>
                    <a:pt x="7554" y="42057"/>
                  </a:cubicBezTo>
                  <a:cubicBezTo>
                    <a:pt x="15596" y="27334"/>
                    <a:pt x="26865" y="16009"/>
                    <a:pt x="41363" y="8080"/>
                  </a:cubicBezTo>
                  <a:cubicBezTo>
                    <a:pt x="55859" y="152"/>
                    <a:pt x="72507" y="-3812"/>
                    <a:pt x="91310" y="-3812"/>
                  </a:cubicBezTo>
                  <a:cubicBezTo>
                    <a:pt x="109657" y="-3812"/>
                    <a:pt x="125967" y="38"/>
                    <a:pt x="140237" y="7740"/>
                  </a:cubicBezTo>
                  <a:cubicBezTo>
                    <a:pt x="154508" y="15442"/>
                    <a:pt x="165663" y="26429"/>
                    <a:pt x="173705" y="40699"/>
                  </a:cubicBezTo>
                  <a:cubicBezTo>
                    <a:pt x="181746" y="54969"/>
                    <a:pt x="185768" y="71619"/>
                    <a:pt x="185768" y="90645"/>
                  </a:cubicBezTo>
                  <a:close/>
                  <a:moveTo>
                    <a:pt x="126307" y="75356"/>
                  </a:moveTo>
                  <a:cubicBezTo>
                    <a:pt x="126307" y="65388"/>
                    <a:pt x="122908" y="57461"/>
                    <a:pt x="116113" y="51572"/>
                  </a:cubicBezTo>
                  <a:cubicBezTo>
                    <a:pt x="109317" y="45683"/>
                    <a:pt x="100824" y="42737"/>
                    <a:pt x="90631" y="42737"/>
                  </a:cubicBezTo>
                  <a:cubicBezTo>
                    <a:pt x="80891" y="42737"/>
                    <a:pt x="72678" y="45569"/>
                    <a:pt x="65996" y="51232"/>
                  </a:cubicBezTo>
                  <a:cubicBezTo>
                    <a:pt x="59313" y="56895"/>
                    <a:pt x="55180" y="64937"/>
                    <a:pt x="53595" y="75356"/>
                  </a:cubicBezTo>
                  <a:lnTo>
                    <a:pt x="126307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89EBDF5-6971-B7F5-B5F1-0775BA50FB7A}"/>
                </a:ext>
              </a:extLst>
            </p:cNvPr>
            <p:cNvSpPr/>
            <p:nvPr/>
          </p:nvSpPr>
          <p:spPr>
            <a:xfrm>
              <a:off x="-811866" y="968459"/>
              <a:ext cx="190274" cy="195031"/>
            </a:xfrm>
            <a:custGeom>
              <a:avLst/>
              <a:gdLst>
                <a:gd name="connsiteX0" fmla="*/ 184949 w 190274"/>
                <a:gd name="connsiteY0" fmla="*/ 90645 h 195031"/>
                <a:gd name="connsiteX1" fmla="*/ 183929 w 190274"/>
                <a:gd name="connsiteY1" fmla="*/ 107635 h 195031"/>
                <a:gd name="connsiteX2" fmla="*/ 52437 w 190274"/>
                <a:gd name="connsiteY2" fmla="*/ 107635 h 195031"/>
                <a:gd name="connsiteX3" fmla="*/ 63818 w 190274"/>
                <a:gd name="connsiteY3" fmla="*/ 134648 h 195031"/>
                <a:gd name="connsiteX4" fmla="*/ 88453 w 190274"/>
                <a:gd name="connsiteY4" fmla="*/ 143991 h 195031"/>
                <a:gd name="connsiteX5" fmla="*/ 118691 w 190274"/>
                <a:gd name="connsiteY5" fmla="*/ 125642 h 195031"/>
                <a:gd name="connsiteX6" fmla="*/ 180533 w 190274"/>
                <a:gd name="connsiteY6" fmla="*/ 125642 h 195031"/>
                <a:gd name="connsiteX7" fmla="*/ 163374 w 190274"/>
                <a:gd name="connsiteY7" fmla="*/ 159280 h 195031"/>
                <a:gd name="connsiteX8" fmla="*/ 132285 w 190274"/>
                <a:gd name="connsiteY8" fmla="*/ 182724 h 195031"/>
                <a:gd name="connsiteX9" fmla="*/ 90491 w 190274"/>
                <a:gd name="connsiteY9" fmla="*/ 191219 h 195031"/>
                <a:gd name="connsiteX10" fmla="*/ 40884 w 190274"/>
                <a:gd name="connsiteY10" fmla="*/ 179327 h 195031"/>
                <a:gd name="connsiteX11" fmla="*/ 6906 w 190274"/>
                <a:gd name="connsiteY11" fmla="*/ 145350 h 195031"/>
                <a:gd name="connsiteX12" fmla="*/ -5326 w 190274"/>
                <a:gd name="connsiteY12" fmla="*/ 93705 h 195031"/>
                <a:gd name="connsiteX13" fmla="*/ 6735 w 190274"/>
                <a:gd name="connsiteY13" fmla="*/ 42057 h 195031"/>
                <a:gd name="connsiteX14" fmla="*/ 40544 w 190274"/>
                <a:gd name="connsiteY14" fmla="*/ 8080 h 195031"/>
                <a:gd name="connsiteX15" fmla="*/ 90491 w 190274"/>
                <a:gd name="connsiteY15" fmla="*/ -3812 h 195031"/>
                <a:gd name="connsiteX16" fmla="*/ 139418 w 190274"/>
                <a:gd name="connsiteY16" fmla="*/ 7740 h 195031"/>
                <a:gd name="connsiteX17" fmla="*/ 172885 w 190274"/>
                <a:gd name="connsiteY17" fmla="*/ 40699 h 195031"/>
                <a:gd name="connsiteX18" fmla="*/ 184949 w 190274"/>
                <a:gd name="connsiteY18" fmla="*/ 90645 h 195031"/>
                <a:gd name="connsiteX19" fmla="*/ 125488 w 190274"/>
                <a:gd name="connsiteY19" fmla="*/ 75356 h 195031"/>
                <a:gd name="connsiteX20" fmla="*/ 115294 w 190274"/>
                <a:gd name="connsiteY20" fmla="*/ 51572 h 195031"/>
                <a:gd name="connsiteX21" fmla="*/ 89811 w 190274"/>
                <a:gd name="connsiteY21" fmla="*/ 42737 h 195031"/>
                <a:gd name="connsiteX22" fmla="*/ 65177 w 190274"/>
                <a:gd name="connsiteY22" fmla="*/ 51232 h 195031"/>
                <a:gd name="connsiteX23" fmla="*/ 52776 w 190274"/>
                <a:gd name="connsiteY23" fmla="*/ 75356 h 195031"/>
                <a:gd name="connsiteX24" fmla="*/ 12548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4949" y="90645"/>
                  </a:moveTo>
                  <a:cubicBezTo>
                    <a:pt x="184949" y="96083"/>
                    <a:pt x="184609" y="101746"/>
                    <a:pt x="183929" y="107635"/>
                  </a:cubicBezTo>
                  <a:lnTo>
                    <a:pt x="52437" y="107635"/>
                  </a:lnTo>
                  <a:cubicBezTo>
                    <a:pt x="53342" y="119413"/>
                    <a:pt x="57135" y="128416"/>
                    <a:pt x="63818" y="134648"/>
                  </a:cubicBezTo>
                  <a:cubicBezTo>
                    <a:pt x="70500" y="140876"/>
                    <a:pt x="78713" y="143991"/>
                    <a:pt x="88453" y="143991"/>
                  </a:cubicBezTo>
                  <a:cubicBezTo>
                    <a:pt x="102948" y="143991"/>
                    <a:pt x="113030" y="137874"/>
                    <a:pt x="118691" y="125642"/>
                  </a:cubicBezTo>
                  <a:lnTo>
                    <a:pt x="180533" y="125642"/>
                  </a:lnTo>
                  <a:cubicBezTo>
                    <a:pt x="177361" y="138102"/>
                    <a:pt x="171641" y="149314"/>
                    <a:pt x="163374" y="159280"/>
                  </a:cubicBezTo>
                  <a:cubicBezTo>
                    <a:pt x="155104" y="169248"/>
                    <a:pt x="144742" y="177061"/>
                    <a:pt x="132285" y="182724"/>
                  </a:cubicBezTo>
                  <a:cubicBezTo>
                    <a:pt x="119825" y="188388"/>
                    <a:pt x="105894" y="191219"/>
                    <a:pt x="90491" y="191219"/>
                  </a:cubicBezTo>
                  <a:cubicBezTo>
                    <a:pt x="71916" y="191219"/>
                    <a:pt x="55380" y="187255"/>
                    <a:pt x="40884" y="179327"/>
                  </a:cubicBezTo>
                  <a:cubicBezTo>
                    <a:pt x="26386" y="171400"/>
                    <a:pt x="15062" y="160073"/>
                    <a:pt x="6906" y="145350"/>
                  </a:cubicBezTo>
                  <a:cubicBezTo>
                    <a:pt x="-1249" y="130626"/>
                    <a:pt x="-5326" y="113410"/>
                    <a:pt x="-5326" y="93705"/>
                  </a:cubicBezTo>
                  <a:cubicBezTo>
                    <a:pt x="-5326" y="73997"/>
                    <a:pt x="-1306" y="56781"/>
                    <a:pt x="6735" y="42057"/>
                  </a:cubicBezTo>
                  <a:cubicBezTo>
                    <a:pt x="14776" y="27334"/>
                    <a:pt x="26046" y="16009"/>
                    <a:pt x="40544" y="8080"/>
                  </a:cubicBezTo>
                  <a:cubicBezTo>
                    <a:pt x="55040" y="152"/>
                    <a:pt x="71691" y="-3812"/>
                    <a:pt x="90491" y="-3812"/>
                  </a:cubicBezTo>
                  <a:cubicBezTo>
                    <a:pt x="108840" y="-3812"/>
                    <a:pt x="125148" y="38"/>
                    <a:pt x="139418" y="7740"/>
                  </a:cubicBezTo>
                  <a:cubicBezTo>
                    <a:pt x="153688" y="15442"/>
                    <a:pt x="164847" y="26429"/>
                    <a:pt x="172885" y="40699"/>
                  </a:cubicBezTo>
                  <a:cubicBezTo>
                    <a:pt x="180929" y="54969"/>
                    <a:pt x="184949" y="71619"/>
                    <a:pt x="184949" y="90645"/>
                  </a:cubicBezTo>
                  <a:close/>
                  <a:moveTo>
                    <a:pt x="125488" y="75356"/>
                  </a:moveTo>
                  <a:cubicBezTo>
                    <a:pt x="125488" y="65388"/>
                    <a:pt x="122091" y="57461"/>
                    <a:pt x="115294" y="51572"/>
                  </a:cubicBezTo>
                  <a:cubicBezTo>
                    <a:pt x="108498" y="45683"/>
                    <a:pt x="100005" y="42737"/>
                    <a:pt x="89811" y="42737"/>
                  </a:cubicBezTo>
                  <a:cubicBezTo>
                    <a:pt x="80072" y="42737"/>
                    <a:pt x="71859" y="45569"/>
                    <a:pt x="65177" y="51232"/>
                  </a:cubicBezTo>
                  <a:cubicBezTo>
                    <a:pt x="58494" y="56895"/>
                    <a:pt x="54361" y="64937"/>
                    <a:pt x="52776" y="75356"/>
                  </a:cubicBezTo>
                  <a:lnTo>
                    <a:pt x="12548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F40713D-9E85-58D9-6CD3-A9892247A41C}"/>
                </a:ext>
              </a:extLst>
            </p:cNvPr>
            <p:cNvSpPr/>
            <p:nvPr/>
          </p:nvSpPr>
          <p:spPr>
            <a:xfrm>
              <a:off x="-557402" y="969138"/>
              <a:ext cx="188575" cy="191634"/>
            </a:xfrm>
            <a:custGeom>
              <a:avLst/>
              <a:gdLst>
                <a:gd name="connsiteX0" fmla="*/ 109342 w 188575"/>
                <a:gd name="connsiteY0" fmla="*/ -3809 h 191634"/>
                <a:gd name="connsiteX1" fmla="*/ 162517 w 188575"/>
                <a:gd name="connsiteY1" fmla="*/ 17769 h 191634"/>
                <a:gd name="connsiteX2" fmla="*/ 182393 w 188575"/>
                <a:gd name="connsiteY2" fmla="*/ 77058 h 191634"/>
                <a:gd name="connsiteX3" fmla="*/ 182393 w 188575"/>
                <a:gd name="connsiteY3" fmla="*/ 187826 h 191634"/>
                <a:gd name="connsiteX4" fmla="*/ 124631 w 188575"/>
                <a:gd name="connsiteY4" fmla="*/ 187826 h 191634"/>
                <a:gd name="connsiteX5" fmla="*/ 124631 w 188575"/>
                <a:gd name="connsiteY5" fmla="*/ 84874 h 191634"/>
                <a:gd name="connsiteX6" fmla="*/ 114777 w 188575"/>
                <a:gd name="connsiteY6" fmla="*/ 55312 h 191634"/>
                <a:gd name="connsiteX7" fmla="*/ 88275 w 188575"/>
                <a:gd name="connsiteY7" fmla="*/ 44781 h 191634"/>
                <a:gd name="connsiteX8" fmla="*/ 61773 w 188575"/>
                <a:gd name="connsiteY8" fmla="*/ 55312 h 191634"/>
                <a:gd name="connsiteX9" fmla="*/ 51919 w 188575"/>
                <a:gd name="connsiteY9" fmla="*/ 84874 h 191634"/>
                <a:gd name="connsiteX10" fmla="*/ 51919 w 188575"/>
                <a:gd name="connsiteY10" fmla="*/ 187826 h 191634"/>
                <a:gd name="connsiteX11" fmla="*/ -6183 w 188575"/>
                <a:gd name="connsiteY11" fmla="*/ 187826 h 191634"/>
                <a:gd name="connsiteX12" fmla="*/ -6183 w 188575"/>
                <a:gd name="connsiteY12" fmla="*/ -1768 h 191634"/>
                <a:gd name="connsiteX13" fmla="*/ 51919 w 188575"/>
                <a:gd name="connsiteY13" fmla="*/ -1768 h 191634"/>
                <a:gd name="connsiteX14" fmla="*/ 51919 w 188575"/>
                <a:gd name="connsiteY14" fmla="*/ 23375 h 191634"/>
                <a:gd name="connsiteX15" fmla="*/ 75704 w 188575"/>
                <a:gd name="connsiteY15" fmla="*/ 3496 h 191634"/>
                <a:gd name="connsiteX16" fmla="*/ 109342 w 188575"/>
                <a:gd name="connsiteY16" fmla="*/ -380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8575" h="191634">
                  <a:moveTo>
                    <a:pt x="109342" y="-3809"/>
                  </a:moveTo>
                  <a:cubicBezTo>
                    <a:pt x="131539" y="-3809"/>
                    <a:pt x="149266" y="3384"/>
                    <a:pt x="162517" y="17769"/>
                  </a:cubicBezTo>
                  <a:cubicBezTo>
                    <a:pt x="175768" y="32153"/>
                    <a:pt x="182393" y="51915"/>
                    <a:pt x="182393" y="77058"/>
                  </a:cubicBezTo>
                  <a:lnTo>
                    <a:pt x="182393" y="187826"/>
                  </a:lnTo>
                  <a:lnTo>
                    <a:pt x="124631" y="187826"/>
                  </a:lnTo>
                  <a:lnTo>
                    <a:pt x="124631" y="84874"/>
                  </a:lnTo>
                  <a:cubicBezTo>
                    <a:pt x="124631" y="72188"/>
                    <a:pt x="121346" y="62334"/>
                    <a:pt x="114777" y="55312"/>
                  </a:cubicBezTo>
                  <a:cubicBezTo>
                    <a:pt x="108209" y="48290"/>
                    <a:pt x="99374" y="44781"/>
                    <a:pt x="88275" y="44781"/>
                  </a:cubicBezTo>
                  <a:cubicBezTo>
                    <a:pt x="77177" y="44781"/>
                    <a:pt x="68342" y="48290"/>
                    <a:pt x="61773" y="55312"/>
                  </a:cubicBezTo>
                  <a:cubicBezTo>
                    <a:pt x="55205" y="62334"/>
                    <a:pt x="51919" y="72188"/>
                    <a:pt x="51919" y="84874"/>
                  </a:cubicBezTo>
                  <a:lnTo>
                    <a:pt x="51919" y="187826"/>
                  </a:lnTo>
                  <a:lnTo>
                    <a:pt x="-6183" y="187826"/>
                  </a:lnTo>
                  <a:lnTo>
                    <a:pt x="-6183" y="-1768"/>
                  </a:lnTo>
                  <a:lnTo>
                    <a:pt x="51919" y="-1768"/>
                  </a:lnTo>
                  <a:lnTo>
                    <a:pt x="51919" y="23375"/>
                  </a:lnTo>
                  <a:cubicBezTo>
                    <a:pt x="57809" y="14994"/>
                    <a:pt x="65738" y="8368"/>
                    <a:pt x="75704" y="3496"/>
                  </a:cubicBezTo>
                  <a:cubicBezTo>
                    <a:pt x="85672" y="-1374"/>
                    <a:pt x="96882" y="-3809"/>
                    <a:pt x="109342" y="-380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D449B3C-3AF3-4A76-A4BB-28450906D963}"/>
                </a:ext>
              </a:extLst>
            </p:cNvPr>
            <p:cNvSpPr/>
            <p:nvPr/>
          </p:nvSpPr>
          <p:spPr>
            <a:xfrm>
              <a:off x="-1779782" y="1215889"/>
              <a:ext cx="113261" cy="152576"/>
            </a:xfrm>
            <a:custGeom>
              <a:avLst/>
              <a:gdLst>
                <a:gd name="connsiteX0" fmla="*/ -1260 w 113261"/>
                <a:gd name="connsiteY0" fmla="*/ 90952 h 152576"/>
                <a:gd name="connsiteX1" fmla="*/ 5666 w 113261"/>
                <a:gd name="connsiteY1" fmla="*/ 60905 h 152576"/>
                <a:gd name="connsiteX2" fmla="*/ 24713 w 113261"/>
                <a:gd name="connsiteY2" fmla="*/ 40840 h 152576"/>
                <a:gd name="connsiteX3" fmla="*/ 51909 w 113261"/>
                <a:gd name="connsiteY3" fmla="*/ 33711 h 152576"/>
                <a:gd name="connsiteX4" fmla="*/ 76149 w 113261"/>
                <a:gd name="connsiteY4" fmla="*/ 39719 h 152576"/>
                <a:gd name="connsiteX5" fmla="*/ 93260 w 113261"/>
                <a:gd name="connsiteY5" fmla="*/ 55507 h 152576"/>
                <a:gd name="connsiteX6" fmla="*/ 93260 w 113261"/>
                <a:gd name="connsiteY6" fmla="*/ -3569 h 152576"/>
                <a:gd name="connsiteX7" fmla="*/ 112002 w 113261"/>
                <a:gd name="connsiteY7" fmla="*/ -3569 h 152576"/>
                <a:gd name="connsiteX8" fmla="*/ 112002 w 113261"/>
                <a:gd name="connsiteY8" fmla="*/ 147175 h 152576"/>
                <a:gd name="connsiteX9" fmla="*/ 93260 w 113261"/>
                <a:gd name="connsiteY9" fmla="*/ 147175 h 152576"/>
                <a:gd name="connsiteX10" fmla="*/ 93260 w 113261"/>
                <a:gd name="connsiteY10" fmla="*/ 126193 h 152576"/>
                <a:gd name="connsiteX11" fmla="*/ 76964 w 113261"/>
                <a:gd name="connsiteY11" fmla="*/ 142592 h 152576"/>
                <a:gd name="connsiteX12" fmla="*/ 51705 w 113261"/>
                <a:gd name="connsiteY12" fmla="*/ 149008 h 152576"/>
                <a:gd name="connsiteX13" fmla="*/ 24713 w 113261"/>
                <a:gd name="connsiteY13" fmla="*/ 141675 h 152576"/>
                <a:gd name="connsiteX14" fmla="*/ 5666 w 113261"/>
                <a:gd name="connsiteY14" fmla="*/ 121100 h 152576"/>
                <a:gd name="connsiteX15" fmla="*/ -1260 w 113261"/>
                <a:gd name="connsiteY15" fmla="*/ 90952 h 152576"/>
                <a:gd name="connsiteX16" fmla="*/ 93260 w 113261"/>
                <a:gd name="connsiteY16" fmla="*/ 91156 h 152576"/>
                <a:gd name="connsiteX17" fmla="*/ 88169 w 113261"/>
                <a:gd name="connsiteY17" fmla="*/ 69155 h 152576"/>
                <a:gd name="connsiteX18" fmla="*/ 74417 w 113261"/>
                <a:gd name="connsiteY18" fmla="*/ 54793 h 152576"/>
                <a:gd name="connsiteX19" fmla="*/ 55371 w 113261"/>
                <a:gd name="connsiteY19" fmla="*/ 49803 h 152576"/>
                <a:gd name="connsiteX20" fmla="*/ 36426 w 113261"/>
                <a:gd name="connsiteY20" fmla="*/ 54692 h 152576"/>
                <a:gd name="connsiteX21" fmla="*/ 22777 w 113261"/>
                <a:gd name="connsiteY21" fmla="*/ 68952 h 152576"/>
                <a:gd name="connsiteX22" fmla="*/ 17686 w 113261"/>
                <a:gd name="connsiteY22" fmla="*/ 90952 h 152576"/>
                <a:gd name="connsiteX23" fmla="*/ 22777 w 113261"/>
                <a:gd name="connsiteY23" fmla="*/ 113257 h 152576"/>
                <a:gd name="connsiteX24" fmla="*/ 36426 w 113261"/>
                <a:gd name="connsiteY24" fmla="*/ 127720 h 152576"/>
                <a:gd name="connsiteX25" fmla="*/ 55371 w 113261"/>
                <a:gd name="connsiteY25" fmla="*/ 132712 h 152576"/>
                <a:gd name="connsiteX26" fmla="*/ 74417 w 113261"/>
                <a:gd name="connsiteY26" fmla="*/ 127720 h 152576"/>
                <a:gd name="connsiteX27" fmla="*/ 88169 w 113261"/>
                <a:gd name="connsiteY27" fmla="*/ 113257 h 152576"/>
                <a:gd name="connsiteX28" fmla="*/ 93260 w 113261"/>
                <a:gd name="connsiteY28" fmla="*/ 91156 h 152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3261" h="152576">
                  <a:moveTo>
                    <a:pt x="-1260" y="90952"/>
                  </a:moveTo>
                  <a:cubicBezTo>
                    <a:pt x="-1260" y="79544"/>
                    <a:pt x="1049" y="69529"/>
                    <a:pt x="5666" y="60905"/>
                  </a:cubicBezTo>
                  <a:cubicBezTo>
                    <a:pt x="10284" y="52281"/>
                    <a:pt x="16633" y="45593"/>
                    <a:pt x="24713" y="40840"/>
                  </a:cubicBezTo>
                  <a:cubicBezTo>
                    <a:pt x="32794" y="36086"/>
                    <a:pt x="41859" y="33711"/>
                    <a:pt x="51909" y="33711"/>
                  </a:cubicBezTo>
                  <a:cubicBezTo>
                    <a:pt x="60599" y="33711"/>
                    <a:pt x="68681" y="35713"/>
                    <a:pt x="76149" y="39719"/>
                  </a:cubicBezTo>
                  <a:cubicBezTo>
                    <a:pt x="83618" y="43726"/>
                    <a:pt x="89322" y="48988"/>
                    <a:pt x="93260" y="55507"/>
                  </a:cubicBezTo>
                  <a:lnTo>
                    <a:pt x="93260" y="-3569"/>
                  </a:lnTo>
                  <a:lnTo>
                    <a:pt x="112002" y="-3569"/>
                  </a:lnTo>
                  <a:lnTo>
                    <a:pt x="112002" y="147175"/>
                  </a:lnTo>
                  <a:lnTo>
                    <a:pt x="93260" y="147175"/>
                  </a:lnTo>
                  <a:lnTo>
                    <a:pt x="93260" y="126193"/>
                  </a:lnTo>
                  <a:cubicBezTo>
                    <a:pt x="89594" y="132847"/>
                    <a:pt x="84162" y="138313"/>
                    <a:pt x="76964" y="142592"/>
                  </a:cubicBezTo>
                  <a:cubicBezTo>
                    <a:pt x="69767" y="146869"/>
                    <a:pt x="61347" y="149008"/>
                    <a:pt x="51705" y="149008"/>
                  </a:cubicBezTo>
                  <a:cubicBezTo>
                    <a:pt x="41791" y="149008"/>
                    <a:pt x="32794" y="146564"/>
                    <a:pt x="24713" y="141675"/>
                  </a:cubicBezTo>
                  <a:cubicBezTo>
                    <a:pt x="16633" y="136785"/>
                    <a:pt x="10284" y="129928"/>
                    <a:pt x="5666" y="121100"/>
                  </a:cubicBezTo>
                  <a:cubicBezTo>
                    <a:pt x="1049" y="112273"/>
                    <a:pt x="-1260" y="102223"/>
                    <a:pt x="-1260" y="90952"/>
                  </a:cubicBezTo>
                  <a:close/>
                  <a:moveTo>
                    <a:pt x="93260" y="91156"/>
                  </a:moveTo>
                  <a:cubicBezTo>
                    <a:pt x="93260" y="82736"/>
                    <a:pt x="91564" y="75402"/>
                    <a:pt x="88169" y="69155"/>
                  </a:cubicBezTo>
                  <a:cubicBezTo>
                    <a:pt x="84773" y="62907"/>
                    <a:pt x="80190" y="58120"/>
                    <a:pt x="74417" y="54793"/>
                  </a:cubicBezTo>
                  <a:cubicBezTo>
                    <a:pt x="68646" y="51466"/>
                    <a:pt x="62297" y="49803"/>
                    <a:pt x="55371" y="49803"/>
                  </a:cubicBezTo>
                  <a:cubicBezTo>
                    <a:pt x="48445" y="49803"/>
                    <a:pt x="42130" y="51432"/>
                    <a:pt x="36426" y="54692"/>
                  </a:cubicBezTo>
                  <a:cubicBezTo>
                    <a:pt x="30723" y="57951"/>
                    <a:pt x="26173" y="62704"/>
                    <a:pt x="22777" y="68952"/>
                  </a:cubicBezTo>
                  <a:cubicBezTo>
                    <a:pt x="19383" y="75198"/>
                    <a:pt x="17686" y="82532"/>
                    <a:pt x="17686" y="90952"/>
                  </a:cubicBezTo>
                  <a:cubicBezTo>
                    <a:pt x="17686" y="99507"/>
                    <a:pt x="19383" y="106943"/>
                    <a:pt x="22777" y="113257"/>
                  </a:cubicBezTo>
                  <a:cubicBezTo>
                    <a:pt x="26173" y="119572"/>
                    <a:pt x="30723" y="124393"/>
                    <a:pt x="36426" y="127720"/>
                  </a:cubicBezTo>
                  <a:cubicBezTo>
                    <a:pt x="42130" y="131048"/>
                    <a:pt x="48445" y="132712"/>
                    <a:pt x="55371" y="132712"/>
                  </a:cubicBezTo>
                  <a:cubicBezTo>
                    <a:pt x="62297" y="132712"/>
                    <a:pt x="68646" y="131048"/>
                    <a:pt x="74417" y="127720"/>
                  </a:cubicBezTo>
                  <a:cubicBezTo>
                    <a:pt x="80190" y="124393"/>
                    <a:pt x="84773" y="119572"/>
                    <a:pt x="88169" y="113257"/>
                  </a:cubicBezTo>
                  <a:cubicBezTo>
                    <a:pt x="91564" y="106943"/>
                    <a:pt x="93260" y="99576"/>
                    <a:pt x="93260" y="91156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43C7370-9610-23B3-F00D-91CED73A7904}"/>
                </a:ext>
              </a:extLst>
            </p:cNvPr>
            <p:cNvSpPr/>
            <p:nvPr/>
          </p:nvSpPr>
          <p:spPr>
            <a:xfrm>
              <a:off x="-1419642" y="1211612"/>
              <a:ext cx="24851" cy="155020"/>
            </a:xfrm>
            <a:custGeom>
              <a:avLst/>
              <a:gdLst>
                <a:gd name="connsiteX0" fmla="*/ 9640 w 24851"/>
                <a:gd name="connsiteY0" fmla="*/ 21709 h 155020"/>
                <a:gd name="connsiteX1" fmla="*/ 677 w 24851"/>
                <a:gd name="connsiteY1" fmla="*/ 18043 h 155020"/>
                <a:gd name="connsiteX2" fmla="*/ -2988 w 24851"/>
                <a:gd name="connsiteY2" fmla="*/ 9079 h 155020"/>
                <a:gd name="connsiteX3" fmla="*/ 677 w 24851"/>
                <a:gd name="connsiteY3" fmla="*/ 116 h 155020"/>
                <a:gd name="connsiteX4" fmla="*/ 9640 w 24851"/>
                <a:gd name="connsiteY4" fmla="*/ -3550 h 155020"/>
                <a:gd name="connsiteX5" fmla="*/ 18298 w 24851"/>
                <a:gd name="connsiteY5" fmla="*/ 116 h 155020"/>
                <a:gd name="connsiteX6" fmla="*/ 21863 w 24851"/>
                <a:gd name="connsiteY6" fmla="*/ 9079 h 155020"/>
                <a:gd name="connsiteX7" fmla="*/ 18298 w 24851"/>
                <a:gd name="connsiteY7" fmla="*/ 18043 h 155020"/>
                <a:gd name="connsiteX8" fmla="*/ 9640 w 24851"/>
                <a:gd name="connsiteY8" fmla="*/ 21709 h 155020"/>
                <a:gd name="connsiteX9" fmla="*/ 18604 w 24851"/>
                <a:gd name="connsiteY9" fmla="*/ 39839 h 155020"/>
                <a:gd name="connsiteX10" fmla="*/ 18604 w 24851"/>
                <a:gd name="connsiteY10" fmla="*/ 151471 h 155020"/>
                <a:gd name="connsiteX11" fmla="*/ 66 w 24851"/>
                <a:gd name="connsiteY11" fmla="*/ 151471 h 155020"/>
                <a:gd name="connsiteX12" fmla="*/ 66 w 24851"/>
                <a:gd name="connsiteY12" fmla="*/ 39839 h 155020"/>
                <a:gd name="connsiteX13" fmla="*/ 18604 w 24851"/>
                <a:gd name="connsiteY13" fmla="*/ 39839 h 15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51" h="155020">
                  <a:moveTo>
                    <a:pt x="9640" y="21709"/>
                  </a:moveTo>
                  <a:cubicBezTo>
                    <a:pt x="6110" y="21709"/>
                    <a:pt x="3123" y="20487"/>
                    <a:pt x="677" y="18043"/>
                  </a:cubicBezTo>
                  <a:cubicBezTo>
                    <a:pt x="-1766" y="15597"/>
                    <a:pt x="-2988" y="12611"/>
                    <a:pt x="-2988" y="9079"/>
                  </a:cubicBezTo>
                  <a:cubicBezTo>
                    <a:pt x="-2988" y="5548"/>
                    <a:pt x="-1766" y="2561"/>
                    <a:pt x="677" y="116"/>
                  </a:cubicBezTo>
                  <a:cubicBezTo>
                    <a:pt x="3123" y="-2328"/>
                    <a:pt x="6110" y="-3550"/>
                    <a:pt x="9640" y="-3550"/>
                  </a:cubicBezTo>
                  <a:cubicBezTo>
                    <a:pt x="13036" y="-3550"/>
                    <a:pt x="15923" y="-2328"/>
                    <a:pt x="18298" y="116"/>
                  </a:cubicBezTo>
                  <a:cubicBezTo>
                    <a:pt x="20675" y="2561"/>
                    <a:pt x="21863" y="5548"/>
                    <a:pt x="21863" y="9079"/>
                  </a:cubicBezTo>
                  <a:cubicBezTo>
                    <a:pt x="21863" y="12611"/>
                    <a:pt x="20675" y="15597"/>
                    <a:pt x="18298" y="18043"/>
                  </a:cubicBezTo>
                  <a:cubicBezTo>
                    <a:pt x="15923" y="20487"/>
                    <a:pt x="13036" y="21709"/>
                    <a:pt x="9640" y="21709"/>
                  </a:cubicBezTo>
                  <a:close/>
                  <a:moveTo>
                    <a:pt x="18604" y="39839"/>
                  </a:moveTo>
                  <a:lnTo>
                    <a:pt x="18604" y="151471"/>
                  </a:lnTo>
                  <a:lnTo>
                    <a:pt x="66" y="151471"/>
                  </a:lnTo>
                  <a:lnTo>
                    <a:pt x="66" y="39839"/>
                  </a:lnTo>
                  <a:lnTo>
                    <a:pt x="18604" y="39839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6EC0D58-9889-075B-3218-A7D0F2CB3E81}"/>
                </a:ext>
              </a:extLst>
            </p:cNvPr>
            <p:cNvSpPr/>
            <p:nvPr/>
          </p:nvSpPr>
          <p:spPr>
            <a:xfrm>
              <a:off x="-1323560" y="1253169"/>
              <a:ext cx="86373" cy="115297"/>
            </a:xfrm>
            <a:custGeom>
              <a:avLst/>
              <a:gdLst>
                <a:gd name="connsiteX0" fmla="*/ 41950 w 86373"/>
                <a:gd name="connsiteY0" fmla="*/ 111614 h 115297"/>
                <a:gd name="connsiteX1" fmla="*/ 18931 w 86373"/>
                <a:gd name="connsiteY1" fmla="*/ 107234 h 115297"/>
                <a:gd name="connsiteX2" fmla="*/ 2837 w 86373"/>
                <a:gd name="connsiteY2" fmla="*/ 95011 h 115297"/>
                <a:gd name="connsiteX3" fmla="*/ -3682 w 86373"/>
                <a:gd name="connsiteY3" fmla="*/ 76983 h 115297"/>
                <a:gd name="connsiteX4" fmla="*/ 15467 w 86373"/>
                <a:gd name="connsiteY4" fmla="*/ 76983 h 115297"/>
                <a:gd name="connsiteX5" fmla="*/ 23311 w 86373"/>
                <a:gd name="connsiteY5" fmla="*/ 90632 h 115297"/>
                <a:gd name="connsiteX6" fmla="*/ 41746 w 86373"/>
                <a:gd name="connsiteY6" fmla="*/ 95928 h 115297"/>
                <a:gd name="connsiteX7" fmla="*/ 58449 w 86373"/>
                <a:gd name="connsiteY7" fmla="*/ 91243 h 115297"/>
                <a:gd name="connsiteX8" fmla="*/ 64561 w 86373"/>
                <a:gd name="connsiteY8" fmla="*/ 79427 h 115297"/>
                <a:gd name="connsiteX9" fmla="*/ 58042 w 86373"/>
                <a:gd name="connsiteY9" fmla="*/ 68529 h 115297"/>
                <a:gd name="connsiteX10" fmla="*/ 37875 w 86373"/>
                <a:gd name="connsiteY10" fmla="*/ 61502 h 115297"/>
                <a:gd name="connsiteX11" fmla="*/ 17607 w 86373"/>
                <a:gd name="connsiteY11" fmla="*/ 54881 h 115297"/>
                <a:gd name="connsiteX12" fmla="*/ 4162 w 86373"/>
                <a:gd name="connsiteY12" fmla="*/ 44900 h 115297"/>
                <a:gd name="connsiteX13" fmla="*/ -1440 w 86373"/>
                <a:gd name="connsiteY13" fmla="*/ 27483 h 115297"/>
                <a:gd name="connsiteX14" fmla="*/ 3652 w 86373"/>
                <a:gd name="connsiteY14" fmla="*/ 11797 h 115297"/>
                <a:gd name="connsiteX15" fmla="*/ 18116 w 86373"/>
                <a:gd name="connsiteY15" fmla="*/ 492 h 115297"/>
                <a:gd name="connsiteX16" fmla="*/ 39506 w 86373"/>
                <a:gd name="connsiteY16" fmla="*/ -3684 h 115297"/>
                <a:gd name="connsiteX17" fmla="*/ 69450 w 86373"/>
                <a:gd name="connsiteY17" fmla="*/ 5686 h 115297"/>
                <a:gd name="connsiteX18" fmla="*/ 81672 w 86373"/>
                <a:gd name="connsiteY18" fmla="*/ 31354 h 115297"/>
                <a:gd name="connsiteX19" fmla="*/ 63135 w 86373"/>
                <a:gd name="connsiteY19" fmla="*/ 31354 h 115297"/>
                <a:gd name="connsiteX20" fmla="*/ 56107 w 86373"/>
                <a:gd name="connsiteY20" fmla="*/ 17298 h 115297"/>
                <a:gd name="connsiteX21" fmla="*/ 38893 w 86373"/>
                <a:gd name="connsiteY21" fmla="*/ 12001 h 115297"/>
                <a:gd name="connsiteX22" fmla="*/ 23004 w 86373"/>
                <a:gd name="connsiteY22" fmla="*/ 16278 h 115297"/>
                <a:gd name="connsiteX23" fmla="*/ 17097 w 86373"/>
                <a:gd name="connsiteY23" fmla="*/ 27483 h 115297"/>
                <a:gd name="connsiteX24" fmla="*/ 20661 w 86373"/>
                <a:gd name="connsiteY24" fmla="*/ 36548 h 115297"/>
                <a:gd name="connsiteX25" fmla="*/ 29626 w 86373"/>
                <a:gd name="connsiteY25" fmla="*/ 42252 h 115297"/>
                <a:gd name="connsiteX26" fmla="*/ 44597 w 86373"/>
                <a:gd name="connsiteY26" fmla="*/ 47039 h 115297"/>
                <a:gd name="connsiteX27" fmla="*/ 64154 w 86373"/>
                <a:gd name="connsiteY27" fmla="*/ 53455 h 115297"/>
                <a:gd name="connsiteX28" fmla="*/ 77089 w 86373"/>
                <a:gd name="connsiteY28" fmla="*/ 62927 h 115297"/>
                <a:gd name="connsiteX29" fmla="*/ 82692 w 86373"/>
                <a:gd name="connsiteY29" fmla="*/ 79427 h 115297"/>
                <a:gd name="connsiteX30" fmla="*/ 77598 w 86373"/>
                <a:gd name="connsiteY30" fmla="*/ 95928 h 115297"/>
                <a:gd name="connsiteX31" fmla="*/ 63236 w 86373"/>
                <a:gd name="connsiteY31" fmla="*/ 107438 h 115297"/>
                <a:gd name="connsiteX32" fmla="*/ 41950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41950" y="111614"/>
                  </a:moveTo>
                  <a:cubicBezTo>
                    <a:pt x="33394" y="111614"/>
                    <a:pt x="25720" y="110154"/>
                    <a:pt x="18931" y="107234"/>
                  </a:cubicBezTo>
                  <a:cubicBezTo>
                    <a:pt x="12140" y="104314"/>
                    <a:pt x="6775" y="100240"/>
                    <a:pt x="2837" y="95011"/>
                  </a:cubicBezTo>
                  <a:cubicBezTo>
                    <a:pt x="-1101" y="89783"/>
                    <a:pt x="-3274" y="83774"/>
                    <a:pt x="-3682" y="76983"/>
                  </a:cubicBezTo>
                  <a:lnTo>
                    <a:pt x="15467" y="76983"/>
                  </a:lnTo>
                  <a:cubicBezTo>
                    <a:pt x="16011" y="82552"/>
                    <a:pt x="18625" y="87101"/>
                    <a:pt x="23311" y="90632"/>
                  </a:cubicBezTo>
                  <a:cubicBezTo>
                    <a:pt x="27995" y="94162"/>
                    <a:pt x="34140" y="95928"/>
                    <a:pt x="41746" y="95928"/>
                  </a:cubicBezTo>
                  <a:cubicBezTo>
                    <a:pt x="48807" y="95928"/>
                    <a:pt x="54376" y="94366"/>
                    <a:pt x="58449" y="91243"/>
                  </a:cubicBezTo>
                  <a:cubicBezTo>
                    <a:pt x="62524" y="88119"/>
                    <a:pt x="64561" y="84181"/>
                    <a:pt x="64561" y="79427"/>
                  </a:cubicBezTo>
                  <a:cubicBezTo>
                    <a:pt x="64561" y="74539"/>
                    <a:pt x="62389" y="70906"/>
                    <a:pt x="58042" y="68529"/>
                  </a:cubicBezTo>
                  <a:cubicBezTo>
                    <a:pt x="53697" y="66153"/>
                    <a:pt x="46974" y="63811"/>
                    <a:pt x="37875" y="61502"/>
                  </a:cubicBezTo>
                  <a:cubicBezTo>
                    <a:pt x="29592" y="59328"/>
                    <a:pt x="22835" y="57122"/>
                    <a:pt x="17607" y="54881"/>
                  </a:cubicBezTo>
                  <a:cubicBezTo>
                    <a:pt x="12378" y="52640"/>
                    <a:pt x="7896" y="49313"/>
                    <a:pt x="4162" y="44900"/>
                  </a:cubicBezTo>
                  <a:cubicBezTo>
                    <a:pt x="427" y="40486"/>
                    <a:pt x="-1440" y="34681"/>
                    <a:pt x="-1440" y="27483"/>
                  </a:cubicBezTo>
                  <a:cubicBezTo>
                    <a:pt x="-1440" y="21778"/>
                    <a:pt x="258" y="16550"/>
                    <a:pt x="3652" y="11797"/>
                  </a:cubicBezTo>
                  <a:cubicBezTo>
                    <a:pt x="7047" y="7043"/>
                    <a:pt x="11868" y="3275"/>
                    <a:pt x="18116" y="492"/>
                  </a:cubicBezTo>
                  <a:cubicBezTo>
                    <a:pt x="24363" y="-2293"/>
                    <a:pt x="31493" y="-3684"/>
                    <a:pt x="39506" y="-3684"/>
                  </a:cubicBezTo>
                  <a:cubicBezTo>
                    <a:pt x="51864" y="-3684"/>
                    <a:pt x="61845" y="-561"/>
                    <a:pt x="69450" y="5686"/>
                  </a:cubicBezTo>
                  <a:cubicBezTo>
                    <a:pt x="77056" y="11933"/>
                    <a:pt x="81129" y="20488"/>
                    <a:pt x="81672" y="31354"/>
                  </a:cubicBezTo>
                  <a:lnTo>
                    <a:pt x="63135" y="31354"/>
                  </a:lnTo>
                  <a:cubicBezTo>
                    <a:pt x="62728" y="25513"/>
                    <a:pt x="60385" y="20829"/>
                    <a:pt x="56107" y="17298"/>
                  </a:cubicBezTo>
                  <a:cubicBezTo>
                    <a:pt x="51830" y="13766"/>
                    <a:pt x="46091" y="12001"/>
                    <a:pt x="38893" y="12001"/>
                  </a:cubicBezTo>
                  <a:cubicBezTo>
                    <a:pt x="32239" y="12001"/>
                    <a:pt x="26942" y="13427"/>
                    <a:pt x="23004" y="16278"/>
                  </a:cubicBezTo>
                  <a:cubicBezTo>
                    <a:pt x="19066" y="19131"/>
                    <a:pt x="17097" y="22865"/>
                    <a:pt x="17097" y="27483"/>
                  </a:cubicBezTo>
                  <a:cubicBezTo>
                    <a:pt x="17097" y="31150"/>
                    <a:pt x="18286" y="34171"/>
                    <a:pt x="20661" y="36548"/>
                  </a:cubicBezTo>
                  <a:cubicBezTo>
                    <a:pt x="23039" y="38923"/>
                    <a:pt x="26027" y="40825"/>
                    <a:pt x="29626" y="42252"/>
                  </a:cubicBezTo>
                  <a:cubicBezTo>
                    <a:pt x="33225" y="43678"/>
                    <a:pt x="38215" y="45273"/>
                    <a:pt x="44597" y="47039"/>
                  </a:cubicBezTo>
                  <a:cubicBezTo>
                    <a:pt x="52610" y="49211"/>
                    <a:pt x="59129" y="51350"/>
                    <a:pt x="64154" y="53455"/>
                  </a:cubicBezTo>
                  <a:cubicBezTo>
                    <a:pt x="69178" y="55560"/>
                    <a:pt x="73489" y="58717"/>
                    <a:pt x="77089" y="62927"/>
                  </a:cubicBezTo>
                  <a:cubicBezTo>
                    <a:pt x="80688" y="67138"/>
                    <a:pt x="82555" y="72638"/>
                    <a:pt x="82692" y="79427"/>
                  </a:cubicBezTo>
                  <a:cubicBezTo>
                    <a:pt x="82692" y="85539"/>
                    <a:pt x="80994" y="91039"/>
                    <a:pt x="77598" y="95928"/>
                  </a:cubicBezTo>
                  <a:cubicBezTo>
                    <a:pt x="74203" y="100816"/>
                    <a:pt x="69416" y="104653"/>
                    <a:pt x="63236" y="107438"/>
                  </a:cubicBezTo>
                  <a:cubicBezTo>
                    <a:pt x="57058" y="110222"/>
                    <a:pt x="49962" y="111614"/>
                    <a:pt x="41950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DA3ACFF-D337-AB98-1EC4-5A151B2222CB}"/>
                </a:ext>
              </a:extLst>
            </p:cNvPr>
            <p:cNvSpPr/>
            <p:nvPr/>
          </p:nvSpPr>
          <p:spPr>
            <a:xfrm>
              <a:off x="-1164142" y="1253169"/>
              <a:ext cx="112855" cy="115297"/>
            </a:xfrm>
            <a:custGeom>
              <a:avLst/>
              <a:gdLst>
                <a:gd name="connsiteX0" fmla="*/ 50987 w 112855"/>
                <a:gd name="connsiteY0" fmla="*/ 111614 h 115297"/>
                <a:gd name="connsiteX1" fmla="*/ 22571 w 112855"/>
                <a:gd name="connsiteY1" fmla="*/ 104484 h 115297"/>
                <a:gd name="connsiteX2" fmla="*/ 2607 w 112855"/>
                <a:gd name="connsiteY2" fmla="*/ 84216 h 115297"/>
                <a:gd name="connsiteX3" fmla="*/ -4625 w 112855"/>
                <a:gd name="connsiteY3" fmla="*/ 53761 h 115297"/>
                <a:gd name="connsiteX4" fmla="*/ 2811 w 112855"/>
                <a:gd name="connsiteY4" fmla="*/ 23510 h 115297"/>
                <a:gd name="connsiteX5" fmla="*/ 23079 w 112855"/>
                <a:gd name="connsiteY5" fmla="*/ 3343 h 115297"/>
                <a:gd name="connsiteX6" fmla="*/ 51804 w 112855"/>
                <a:gd name="connsiteY6" fmla="*/ -3684 h 115297"/>
                <a:gd name="connsiteX7" fmla="*/ 80526 w 112855"/>
                <a:gd name="connsiteY7" fmla="*/ 3343 h 115297"/>
                <a:gd name="connsiteX8" fmla="*/ 100795 w 112855"/>
                <a:gd name="connsiteY8" fmla="*/ 23408 h 115297"/>
                <a:gd name="connsiteX9" fmla="*/ 108231 w 112855"/>
                <a:gd name="connsiteY9" fmla="*/ 53761 h 115297"/>
                <a:gd name="connsiteX10" fmla="*/ 100591 w 112855"/>
                <a:gd name="connsiteY10" fmla="*/ 84216 h 115297"/>
                <a:gd name="connsiteX11" fmla="*/ 79914 w 112855"/>
                <a:gd name="connsiteY11" fmla="*/ 104484 h 115297"/>
                <a:gd name="connsiteX12" fmla="*/ 50987 w 112855"/>
                <a:gd name="connsiteY12" fmla="*/ 111614 h 115297"/>
                <a:gd name="connsiteX13" fmla="*/ 50987 w 112855"/>
                <a:gd name="connsiteY13" fmla="*/ 95317 h 115297"/>
                <a:gd name="connsiteX14" fmla="*/ 69729 w 112855"/>
                <a:gd name="connsiteY14" fmla="*/ 90632 h 115297"/>
                <a:gd name="connsiteX15" fmla="*/ 83887 w 112855"/>
                <a:gd name="connsiteY15" fmla="*/ 76576 h 115297"/>
                <a:gd name="connsiteX16" fmla="*/ 89285 w 112855"/>
                <a:gd name="connsiteY16" fmla="*/ 53761 h 115297"/>
                <a:gd name="connsiteX17" fmla="*/ 83989 w 112855"/>
                <a:gd name="connsiteY17" fmla="*/ 30946 h 115297"/>
                <a:gd name="connsiteX18" fmla="*/ 70136 w 112855"/>
                <a:gd name="connsiteY18" fmla="*/ 16992 h 115297"/>
                <a:gd name="connsiteX19" fmla="*/ 51598 w 112855"/>
                <a:gd name="connsiteY19" fmla="*/ 12408 h 115297"/>
                <a:gd name="connsiteX20" fmla="*/ 32959 w 112855"/>
                <a:gd name="connsiteY20" fmla="*/ 16992 h 115297"/>
                <a:gd name="connsiteX21" fmla="*/ 19413 w 112855"/>
                <a:gd name="connsiteY21" fmla="*/ 30946 h 115297"/>
                <a:gd name="connsiteX22" fmla="*/ 14320 w 112855"/>
                <a:gd name="connsiteY22" fmla="*/ 53761 h 115297"/>
                <a:gd name="connsiteX23" fmla="*/ 19311 w 112855"/>
                <a:gd name="connsiteY23" fmla="*/ 76780 h 115297"/>
                <a:gd name="connsiteX24" fmla="*/ 32655 w 112855"/>
                <a:gd name="connsiteY24" fmla="*/ 90734 h 115297"/>
                <a:gd name="connsiteX25" fmla="*/ 50987 w 112855"/>
                <a:gd name="connsiteY25" fmla="*/ 95317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2855" h="115297">
                  <a:moveTo>
                    <a:pt x="50987" y="111614"/>
                  </a:moveTo>
                  <a:cubicBezTo>
                    <a:pt x="40531" y="111614"/>
                    <a:pt x="31058" y="109236"/>
                    <a:pt x="22571" y="104484"/>
                  </a:cubicBezTo>
                  <a:cubicBezTo>
                    <a:pt x="14082" y="99731"/>
                    <a:pt x="7428" y="92975"/>
                    <a:pt x="2607" y="84216"/>
                  </a:cubicBezTo>
                  <a:cubicBezTo>
                    <a:pt x="-2214" y="75455"/>
                    <a:pt x="-4625" y="65305"/>
                    <a:pt x="-4625" y="53761"/>
                  </a:cubicBezTo>
                  <a:cubicBezTo>
                    <a:pt x="-4625" y="42353"/>
                    <a:pt x="-2145" y="32269"/>
                    <a:pt x="2811" y="23510"/>
                  </a:cubicBezTo>
                  <a:cubicBezTo>
                    <a:pt x="7767" y="14751"/>
                    <a:pt x="14524" y="8029"/>
                    <a:pt x="23079" y="3343"/>
                  </a:cubicBezTo>
                  <a:cubicBezTo>
                    <a:pt x="31636" y="-1343"/>
                    <a:pt x="41210" y="-3684"/>
                    <a:pt x="51804" y="-3684"/>
                  </a:cubicBezTo>
                  <a:cubicBezTo>
                    <a:pt x="62396" y="-3684"/>
                    <a:pt x="71969" y="-1343"/>
                    <a:pt x="80526" y="3343"/>
                  </a:cubicBezTo>
                  <a:cubicBezTo>
                    <a:pt x="89082" y="8029"/>
                    <a:pt x="95838" y="14717"/>
                    <a:pt x="100795" y="23408"/>
                  </a:cubicBezTo>
                  <a:cubicBezTo>
                    <a:pt x="105751" y="32100"/>
                    <a:pt x="108231" y="42218"/>
                    <a:pt x="108231" y="53761"/>
                  </a:cubicBezTo>
                  <a:cubicBezTo>
                    <a:pt x="108231" y="65305"/>
                    <a:pt x="105684" y="75455"/>
                    <a:pt x="100591" y="84216"/>
                  </a:cubicBezTo>
                  <a:cubicBezTo>
                    <a:pt x="95498" y="92975"/>
                    <a:pt x="88606" y="99731"/>
                    <a:pt x="79914" y="104484"/>
                  </a:cubicBezTo>
                  <a:cubicBezTo>
                    <a:pt x="71223" y="109236"/>
                    <a:pt x="61581" y="111614"/>
                    <a:pt x="50987" y="111614"/>
                  </a:cubicBezTo>
                  <a:close/>
                  <a:moveTo>
                    <a:pt x="50987" y="95317"/>
                  </a:moveTo>
                  <a:cubicBezTo>
                    <a:pt x="57643" y="95317"/>
                    <a:pt x="63890" y="93755"/>
                    <a:pt x="69729" y="90632"/>
                  </a:cubicBezTo>
                  <a:cubicBezTo>
                    <a:pt x="75568" y="87508"/>
                    <a:pt x="80288" y="82823"/>
                    <a:pt x="83887" y="76576"/>
                  </a:cubicBezTo>
                  <a:cubicBezTo>
                    <a:pt x="87485" y="70329"/>
                    <a:pt x="89285" y="62724"/>
                    <a:pt x="89285" y="53761"/>
                  </a:cubicBezTo>
                  <a:cubicBezTo>
                    <a:pt x="89285" y="44798"/>
                    <a:pt x="87519" y="37193"/>
                    <a:pt x="83989" y="30946"/>
                  </a:cubicBezTo>
                  <a:cubicBezTo>
                    <a:pt x="80458" y="24698"/>
                    <a:pt x="75840" y="20047"/>
                    <a:pt x="70136" y="16992"/>
                  </a:cubicBezTo>
                  <a:cubicBezTo>
                    <a:pt x="64432" y="13937"/>
                    <a:pt x="58254" y="12408"/>
                    <a:pt x="51598" y="12408"/>
                  </a:cubicBezTo>
                  <a:cubicBezTo>
                    <a:pt x="44809" y="12408"/>
                    <a:pt x="38597" y="13937"/>
                    <a:pt x="32959" y="16992"/>
                  </a:cubicBezTo>
                  <a:cubicBezTo>
                    <a:pt x="27324" y="20047"/>
                    <a:pt x="22809" y="24698"/>
                    <a:pt x="19413" y="30946"/>
                  </a:cubicBezTo>
                  <a:cubicBezTo>
                    <a:pt x="16018" y="37193"/>
                    <a:pt x="14320" y="44798"/>
                    <a:pt x="14320" y="53761"/>
                  </a:cubicBezTo>
                  <a:cubicBezTo>
                    <a:pt x="14320" y="62859"/>
                    <a:pt x="15984" y="70533"/>
                    <a:pt x="19311" y="76780"/>
                  </a:cubicBezTo>
                  <a:cubicBezTo>
                    <a:pt x="22639" y="83026"/>
                    <a:pt x="27086" y="87678"/>
                    <a:pt x="32655" y="90734"/>
                  </a:cubicBezTo>
                  <a:cubicBezTo>
                    <a:pt x="38222" y="93789"/>
                    <a:pt x="44333" y="95317"/>
                    <a:pt x="50987" y="95317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5" name="Freeform: Shape 40">
              <a:extLst>
                <a:ext uri="{FF2B5EF4-FFF2-40B4-BE49-F238E27FC236}">
                  <a16:creationId xmlns:a16="http://schemas.microsoft.com/office/drawing/2014/main" id="{DEB5AE41-BEF7-6D3D-198C-C11885A15B5E}"/>
                </a:ext>
              </a:extLst>
            </p:cNvPr>
            <p:cNvSpPr/>
            <p:nvPr/>
          </p:nvSpPr>
          <p:spPr>
            <a:xfrm>
              <a:off x="-977472" y="1252965"/>
              <a:ext cx="54594" cy="113668"/>
            </a:xfrm>
            <a:custGeom>
              <a:avLst/>
              <a:gdLst>
                <a:gd name="connsiteX0" fmla="*/ 13033 w 54594"/>
                <a:gd name="connsiteY0" fmla="*/ 16488 h 113668"/>
                <a:gd name="connsiteX1" fmla="*/ 26986 w 54594"/>
                <a:gd name="connsiteY1" fmla="*/ 1618 h 113668"/>
                <a:gd name="connsiteX2" fmla="*/ 49089 w 54594"/>
                <a:gd name="connsiteY2" fmla="*/ -3678 h 113668"/>
                <a:gd name="connsiteX3" fmla="*/ 49089 w 54594"/>
                <a:gd name="connsiteY3" fmla="*/ 15470 h 113668"/>
                <a:gd name="connsiteX4" fmla="*/ 44199 w 54594"/>
                <a:gd name="connsiteY4" fmla="*/ 15470 h 113668"/>
                <a:gd name="connsiteX5" fmla="*/ 13033 w 54594"/>
                <a:gd name="connsiteY5" fmla="*/ 49285 h 113668"/>
                <a:gd name="connsiteX6" fmla="*/ 13033 w 54594"/>
                <a:gd name="connsiteY6" fmla="*/ 109990 h 113668"/>
                <a:gd name="connsiteX7" fmla="*/ -5505 w 54594"/>
                <a:gd name="connsiteY7" fmla="*/ 109990 h 113668"/>
                <a:gd name="connsiteX8" fmla="*/ -5505 w 54594"/>
                <a:gd name="connsiteY8" fmla="*/ -1641 h 113668"/>
                <a:gd name="connsiteX9" fmla="*/ 13033 w 54594"/>
                <a:gd name="connsiteY9" fmla="*/ -1641 h 113668"/>
                <a:gd name="connsiteX10" fmla="*/ 13033 w 54594"/>
                <a:gd name="connsiteY10" fmla="*/ 16488 h 11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594" h="113668">
                  <a:moveTo>
                    <a:pt x="13033" y="16488"/>
                  </a:moveTo>
                  <a:cubicBezTo>
                    <a:pt x="16291" y="10106"/>
                    <a:pt x="20943" y="5148"/>
                    <a:pt x="26986" y="1618"/>
                  </a:cubicBezTo>
                  <a:cubicBezTo>
                    <a:pt x="33029" y="-1913"/>
                    <a:pt x="40397" y="-3678"/>
                    <a:pt x="49089" y="-3678"/>
                  </a:cubicBezTo>
                  <a:lnTo>
                    <a:pt x="49089" y="15470"/>
                  </a:lnTo>
                  <a:lnTo>
                    <a:pt x="44199" y="15470"/>
                  </a:lnTo>
                  <a:cubicBezTo>
                    <a:pt x="23421" y="15470"/>
                    <a:pt x="13033" y="26743"/>
                    <a:pt x="13033" y="49285"/>
                  </a:cubicBezTo>
                  <a:lnTo>
                    <a:pt x="13033" y="109990"/>
                  </a:lnTo>
                  <a:lnTo>
                    <a:pt x="-5505" y="109990"/>
                  </a:lnTo>
                  <a:lnTo>
                    <a:pt x="-5505" y="-1641"/>
                  </a:lnTo>
                  <a:lnTo>
                    <a:pt x="13033" y="-1641"/>
                  </a:lnTo>
                  <a:lnTo>
                    <a:pt x="13033" y="16488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" name="Freeform: Shape 41">
              <a:extLst>
                <a:ext uri="{FF2B5EF4-FFF2-40B4-BE49-F238E27FC236}">
                  <a16:creationId xmlns:a16="http://schemas.microsoft.com/office/drawing/2014/main" id="{99E3CDC5-EE6F-8E3A-188F-EA841550E9A7}"/>
                </a:ext>
              </a:extLst>
            </p:cNvPr>
            <p:cNvSpPr/>
            <p:nvPr/>
          </p:nvSpPr>
          <p:spPr>
            <a:xfrm>
              <a:off x="-857577" y="1253169"/>
              <a:ext cx="86373" cy="115297"/>
            </a:xfrm>
            <a:custGeom>
              <a:avLst/>
              <a:gdLst>
                <a:gd name="connsiteX0" fmla="*/ 39384 w 86373"/>
                <a:gd name="connsiteY0" fmla="*/ 111614 h 115297"/>
                <a:gd name="connsiteX1" fmla="*/ 16364 w 86373"/>
                <a:gd name="connsiteY1" fmla="*/ 107234 h 115297"/>
                <a:gd name="connsiteX2" fmla="*/ 272 w 86373"/>
                <a:gd name="connsiteY2" fmla="*/ 95011 h 115297"/>
                <a:gd name="connsiteX3" fmla="*/ -6247 w 86373"/>
                <a:gd name="connsiteY3" fmla="*/ 76983 h 115297"/>
                <a:gd name="connsiteX4" fmla="*/ 12902 w 86373"/>
                <a:gd name="connsiteY4" fmla="*/ 76983 h 115297"/>
                <a:gd name="connsiteX5" fmla="*/ 20744 w 86373"/>
                <a:gd name="connsiteY5" fmla="*/ 90632 h 115297"/>
                <a:gd name="connsiteX6" fmla="*/ 39181 w 86373"/>
                <a:gd name="connsiteY6" fmla="*/ 95928 h 115297"/>
                <a:gd name="connsiteX7" fmla="*/ 55884 w 86373"/>
                <a:gd name="connsiteY7" fmla="*/ 91243 h 115297"/>
                <a:gd name="connsiteX8" fmla="*/ 61996 w 86373"/>
                <a:gd name="connsiteY8" fmla="*/ 79427 h 115297"/>
                <a:gd name="connsiteX9" fmla="*/ 55477 w 86373"/>
                <a:gd name="connsiteY9" fmla="*/ 68529 h 115297"/>
                <a:gd name="connsiteX10" fmla="*/ 35309 w 86373"/>
                <a:gd name="connsiteY10" fmla="*/ 61502 h 115297"/>
                <a:gd name="connsiteX11" fmla="*/ 15041 w 86373"/>
                <a:gd name="connsiteY11" fmla="*/ 54881 h 115297"/>
                <a:gd name="connsiteX12" fmla="*/ 1596 w 86373"/>
                <a:gd name="connsiteY12" fmla="*/ 44900 h 115297"/>
                <a:gd name="connsiteX13" fmla="*/ -4005 w 86373"/>
                <a:gd name="connsiteY13" fmla="*/ 27483 h 115297"/>
                <a:gd name="connsiteX14" fmla="*/ 1086 w 86373"/>
                <a:gd name="connsiteY14" fmla="*/ 11797 h 115297"/>
                <a:gd name="connsiteX15" fmla="*/ 15549 w 86373"/>
                <a:gd name="connsiteY15" fmla="*/ 492 h 115297"/>
                <a:gd name="connsiteX16" fmla="*/ 36939 w 86373"/>
                <a:gd name="connsiteY16" fmla="*/ -3684 h 115297"/>
                <a:gd name="connsiteX17" fmla="*/ 66885 w 86373"/>
                <a:gd name="connsiteY17" fmla="*/ 5686 h 115297"/>
                <a:gd name="connsiteX18" fmla="*/ 79106 w 86373"/>
                <a:gd name="connsiteY18" fmla="*/ 31354 h 115297"/>
                <a:gd name="connsiteX19" fmla="*/ 60570 w 86373"/>
                <a:gd name="connsiteY19" fmla="*/ 31354 h 115297"/>
                <a:gd name="connsiteX20" fmla="*/ 53541 w 86373"/>
                <a:gd name="connsiteY20" fmla="*/ 17298 h 115297"/>
                <a:gd name="connsiteX21" fmla="*/ 36328 w 86373"/>
                <a:gd name="connsiteY21" fmla="*/ 12001 h 115297"/>
                <a:gd name="connsiteX22" fmla="*/ 20439 w 86373"/>
                <a:gd name="connsiteY22" fmla="*/ 16278 h 115297"/>
                <a:gd name="connsiteX23" fmla="*/ 14531 w 86373"/>
                <a:gd name="connsiteY23" fmla="*/ 27483 h 115297"/>
                <a:gd name="connsiteX24" fmla="*/ 18096 w 86373"/>
                <a:gd name="connsiteY24" fmla="*/ 36548 h 115297"/>
                <a:gd name="connsiteX25" fmla="*/ 27059 w 86373"/>
                <a:gd name="connsiteY25" fmla="*/ 42252 h 115297"/>
                <a:gd name="connsiteX26" fmla="*/ 42032 w 86373"/>
                <a:gd name="connsiteY26" fmla="*/ 47039 h 115297"/>
                <a:gd name="connsiteX27" fmla="*/ 61588 w 86373"/>
                <a:gd name="connsiteY27" fmla="*/ 53455 h 115297"/>
                <a:gd name="connsiteX28" fmla="*/ 74523 w 86373"/>
                <a:gd name="connsiteY28" fmla="*/ 62927 h 115297"/>
                <a:gd name="connsiteX29" fmla="*/ 80126 w 86373"/>
                <a:gd name="connsiteY29" fmla="*/ 79427 h 115297"/>
                <a:gd name="connsiteX30" fmla="*/ 75033 w 86373"/>
                <a:gd name="connsiteY30" fmla="*/ 95928 h 115297"/>
                <a:gd name="connsiteX31" fmla="*/ 60671 w 86373"/>
                <a:gd name="connsiteY31" fmla="*/ 107438 h 115297"/>
                <a:gd name="connsiteX32" fmla="*/ 39384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39384" y="111614"/>
                  </a:moveTo>
                  <a:cubicBezTo>
                    <a:pt x="30827" y="111614"/>
                    <a:pt x="23155" y="110154"/>
                    <a:pt x="16364" y="107234"/>
                  </a:cubicBezTo>
                  <a:cubicBezTo>
                    <a:pt x="9575" y="104314"/>
                    <a:pt x="4210" y="100240"/>
                    <a:pt x="272" y="95011"/>
                  </a:cubicBezTo>
                  <a:cubicBezTo>
                    <a:pt x="-3666" y="89783"/>
                    <a:pt x="-5840" y="83774"/>
                    <a:pt x="-6247" y="76983"/>
                  </a:cubicBezTo>
                  <a:lnTo>
                    <a:pt x="12902" y="76983"/>
                  </a:lnTo>
                  <a:cubicBezTo>
                    <a:pt x="13444" y="82552"/>
                    <a:pt x="16059" y="87101"/>
                    <a:pt x="20744" y="90632"/>
                  </a:cubicBezTo>
                  <a:cubicBezTo>
                    <a:pt x="25430" y="94162"/>
                    <a:pt x="31575" y="95928"/>
                    <a:pt x="39181" y="95928"/>
                  </a:cubicBezTo>
                  <a:cubicBezTo>
                    <a:pt x="46242" y="95928"/>
                    <a:pt x="51809" y="94366"/>
                    <a:pt x="55884" y="91243"/>
                  </a:cubicBezTo>
                  <a:cubicBezTo>
                    <a:pt x="59959" y="88119"/>
                    <a:pt x="61996" y="84181"/>
                    <a:pt x="61996" y="79427"/>
                  </a:cubicBezTo>
                  <a:cubicBezTo>
                    <a:pt x="61996" y="74539"/>
                    <a:pt x="59822" y="70906"/>
                    <a:pt x="55477" y="68529"/>
                  </a:cubicBezTo>
                  <a:cubicBezTo>
                    <a:pt x="51131" y="66153"/>
                    <a:pt x="44409" y="63811"/>
                    <a:pt x="35309" y="61502"/>
                  </a:cubicBezTo>
                  <a:cubicBezTo>
                    <a:pt x="27026" y="59328"/>
                    <a:pt x="20269" y="57122"/>
                    <a:pt x="15041" y="54881"/>
                  </a:cubicBezTo>
                  <a:cubicBezTo>
                    <a:pt x="9813" y="52640"/>
                    <a:pt x="5331" y="49313"/>
                    <a:pt x="1596" y="44900"/>
                  </a:cubicBezTo>
                  <a:cubicBezTo>
                    <a:pt x="-2138" y="40486"/>
                    <a:pt x="-4005" y="34681"/>
                    <a:pt x="-4005" y="27483"/>
                  </a:cubicBezTo>
                  <a:cubicBezTo>
                    <a:pt x="-4005" y="21778"/>
                    <a:pt x="-2309" y="16550"/>
                    <a:pt x="1086" y="11797"/>
                  </a:cubicBezTo>
                  <a:cubicBezTo>
                    <a:pt x="4482" y="7043"/>
                    <a:pt x="9303" y="3275"/>
                    <a:pt x="15549" y="492"/>
                  </a:cubicBezTo>
                  <a:cubicBezTo>
                    <a:pt x="21796" y="-2293"/>
                    <a:pt x="28926" y="-3684"/>
                    <a:pt x="36939" y="-3684"/>
                  </a:cubicBezTo>
                  <a:cubicBezTo>
                    <a:pt x="49297" y="-3684"/>
                    <a:pt x="59279" y="-561"/>
                    <a:pt x="66885" y="5686"/>
                  </a:cubicBezTo>
                  <a:cubicBezTo>
                    <a:pt x="74489" y="11933"/>
                    <a:pt x="78564" y="20488"/>
                    <a:pt x="79106" y="31354"/>
                  </a:cubicBezTo>
                  <a:lnTo>
                    <a:pt x="60570" y="31354"/>
                  </a:lnTo>
                  <a:cubicBezTo>
                    <a:pt x="60163" y="25513"/>
                    <a:pt x="57820" y="20829"/>
                    <a:pt x="53541" y="17298"/>
                  </a:cubicBezTo>
                  <a:cubicBezTo>
                    <a:pt x="49264" y="13766"/>
                    <a:pt x="43526" y="12001"/>
                    <a:pt x="36328" y="12001"/>
                  </a:cubicBezTo>
                  <a:cubicBezTo>
                    <a:pt x="29674" y="12001"/>
                    <a:pt x="24377" y="13427"/>
                    <a:pt x="20439" y="16278"/>
                  </a:cubicBezTo>
                  <a:cubicBezTo>
                    <a:pt x="16501" y="19131"/>
                    <a:pt x="14531" y="22865"/>
                    <a:pt x="14531" y="27483"/>
                  </a:cubicBezTo>
                  <a:cubicBezTo>
                    <a:pt x="14531" y="31150"/>
                    <a:pt x="15719" y="34171"/>
                    <a:pt x="18096" y="36548"/>
                  </a:cubicBezTo>
                  <a:cubicBezTo>
                    <a:pt x="20473" y="38923"/>
                    <a:pt x="23461" y="40825"/>
                    <a:pt x="27059" y="42252"/>
                  </a:cubicBezTo>
                  <a:cubicBezTo>
                    <a:pt x="30658" y="43678"/>
                    <a:pt x="35650" y="45273"/>
                    <a:pt x="42032" y="47039"/>
                  </a:cubicBezTo>
                  <a:cubicBezTo>
                    <a:pt x="50045" y="49211"/>
                    <a:pt x="56563" y="51350"/>
                    <a:pt x="61588" y="53455"/>
                  </a:cubicBezTo>
                  <a:cubicBezTo>
                    <a:pt x="66613" y="55560"/>
                    <a:pt x="70924" y="58717"/>
                    <a:pt x="74523" y="62927"/>
                  </a:cubicBezTo>
                  <a:cubicBezTo>
                    <a:pt x="78122" y="67138"/>
                    <a:pt x="79989" y="72638"/>
                    <a:pt x="80126" y="79427"/>
                  </a:cubicBezTo>
                  <a:cubicBezTo>
                    <a:pt x="80126" y="85539"/>
                    <a:pt x="78428" y="91039"/>
                    <a:pt x="75033" y="95928"/>
                  </a:cubicBezTo>
                  <a:cubicBezTo>
                    <a:pt x="71638" y="100816"/>
                    <a:pt x="66851" y="104653"/>
                    <a:pt x="60671" y="107438"/>
                  </a:cubicBezTo>
                  <a:cubicBezTo>
                    <a:pt x="54493" y="110222"/>
                    <a:pt x="47397" y="111614"/>
                    <a:pt x="39384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7" name="Freeform: Shape 42">
              <a:extLst>
                <a:ext uri="{FF2B5EF4-FFF2-40B4-BE49-F238E27FC236}">
                  <a16:creationId xmlns:a16="http://schemas.microsoft.com/office/drawing/2014/main" id="{248F03C8-B78E-FF65-B071-A8569D1A0223}"/>
                </a:ext>
              </a:extLst>
            </p:cNvPr>
            <p:cNvSpPr/>
            <p:nvPr/>
          </p:nvSpPr>
          <p:spPr>
            <a:xfrm rot="19796186">
              <a:off x="-2006334" y="1241532"/>
              <a:ext cx="151108" cy="173844"/>
            </a:xfrm>
            <a:custGeom>
              <a:avLst/>
              <a:gdLst>
                <a:gd name="connsiteX0" fmla="*/ -2702 w 151108"/>
                <a:gd name="connsiteY0" fmla="*/ 76552 h 173844"/>
                <a:gd name="connsiteX1" fmla="*/ 148407 w 151108"/>
                <a:gd name="connsiteY1" fmla="*/ -11625 h 173844"/>
                <a:gd name="connsiteX2" fmla="*/ 148407 w 151108"/>
                <a:gd name="connsiteY2" fmla="*/ 162219 h 173844"/>
                <a:gd name="connsiteX3" fmla="*/ 129644 w 151108"/>
                <a:gd name="connsiteY3" fmla="*/ 152132 h 173844"/>
                <a:gd name="connsiteX4" fmla="*/ 129644 w 151108"/>
                <a:gd name="connsiteY4" fmla="*/ 124429 h 173844"/>
                <a:gd name="connsiteX5" fmla="*/ 40885 w 151108"/>
                <a:gd name="connsiteY5" fmla="*/ 71533 h 173844"/>
                <a:gd name="connsiteX6" fmla="*/ 16033 w 151108"/>
                <a:gd name="connsiteY6" fmla="*/ 86639 h 173844"/>
                <a:gd name="connsiteX7" fmla="*/ -2702 w 151108"/>
                <a:gd name="connsiteY7" fmla="*/ 76552 h 173844"/>
                <a:gd name="connsiteX8" fmla="*/ 54650 w 151108"/>
                <a:gd name="connsiteY8" fmla="*/ 63955 h 173844"/>
                <a:gd name="connsiteX9" fmla="*/ 129644 w 151108"/>
                <a:gd name="connsiteY9" fmla="*/ 106789 h 173844"/>
                <a:gd name="connsiteX10" fmla="*/ 129644 w 151108"/>
                <a:gd name="connsiteY10" fmla="*/ 21146 h 173844"/>
                <a:gd name="connsiteX11" fmla="*/ 54650 w 151108"/>
                <a:gd name="connsiteY11" fmla="*/ 63955 h 17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108" h="173844">
                  <a:moveTo>
                    <a:pt x="-2702" y="76552"/>
                  </a:moveTo>
                  <a:lnTo>
                    <a:pt x="148407" y="-11625"/>
                  </a:lnTo>
                  <a:lnTo>
                    <a:pt x="148407" y="162219"/>
                  </a:lnTo>
                  <a:lnTo>
                    <a:pt x="129644" y="152132"/>
                  </a:lnTo>
                  <a:lnTo>
                    <a:pt x="129644" y="124429"/>
                  </a:lnTo>
                  <a:lnTo>
                    <a:pt x="40885" y="71533"/>
                  </a:lnTo>
                  <a:lnTo>
                    <a:pt x="16033" y="86639"/>
                  </a:lnTo>
                  <a:lnTo>
                    <a:pt x="-2702" y="76552"/>
                  </a:lnTo>
                  <a:close/>
                  <a:moveTo>
                    <a:pt x="54650" y="63955"/>
                  </a:moveTo>
                  <a:lnTo>
                    <a:pt x="129644" y="106789"/>
                  </a:lnTo>
                  <a:lnTo>
                    <a:pt x="129644" y="21146"/>
                  </a:lnTo>
                  <a:lnTo>
                    <a:pt x="54650" y="63955"/>
                  </a:lnTo>
                  <a:close/>
                </a:path>
              </a:pathLst>
            </a:custGeom>
            <a:solidFill>
              <a:schemeClr val="bg1"/>
            </a:solidFill>
            <a:ln w="17264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85ADCFE4-5805-890E-745D-8F19A57E21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0733" y="1724124"/>
            <a:ext cx="7920193" cy="738664"/>
          </a:xfrm>
          <a:prstGeom prst="rect">
            <a:avLst/>
          </a:prstGeom>
        </p:spPr>
        <p:txBody>
          <a:bodyPr vert="horz" anchor="b"/>
          <a:lstStyle>
            <a:lvl1pPr algn="l">
              <a:defRPr sz="48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Title Slide: Dark</a:t>
            </a:r>
            <a:endParaRPr lang="da-DK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12B09E3-FAAE-ED13-AF9A-0D53CADAE3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0733" y="2550985"/>
            <a:ext cx="7920193" cy="512897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133" b="1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0768FDC1-6D41-1F9C-4D3E-37F8A30F24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732" y="3505738"/>
            <a:ext cx="3800147" cy="305789"/>
          </a:xfrm>
        </p:spPr>
        <p:txBody>
          <a:bodyPr tIns="9144" bIns="9144" anchor="b">
            <a:sp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 sz="1867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MM, DD, YYYY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715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Dark_Pl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8">
            <a:extLst>
              <a:ext uri="{FF2B5EF4-FFF2-40B4-BE49-F238E27FC236}">
                <a16:creationId xmlns:a16="http://schemas.microsoft.com/office/drawing/2014/main" id="{040F44BC-85FB-BA1A-010A-8D5DF442D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1B57D95-97BB-921C-3F82-1C5C9716CB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672981-BBAA-3958-3B22-F8CBE10791F3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257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Dark_Nu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3367719-3351-33E9-9C91-64657A08E7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8687" y="2519453"/>
            <a:ext cx="852715" cy="820737"/>
          </a:xfrm>
        </p:spPr>
        <p:txBody>
          <a:bodyPr tIns="0" rIns="0" bIns="0" anchor="ctr">
            <a:spAutoFit/>
          </a:bodyPr>
          <a:lstStyle>
            <a:lvl1pPr marL="0" indent="0" algn="r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5333" b="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953021D-E6AD-E660-3DD1-019E4295EF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93908EE-BF33-DD3D-A94E-66167F3476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B26E6B-2D03-B827-E0EF-857BA6F4E6CC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214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Light_Pla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7D0434-F6C5-E401-2B7D-97150B7CA50D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8">
            <a:extLst>
              <a:ext uri="{FF2B5EF4-FFF2-40B4-BE49-F238E27FC236}">
                <a16:creationId xmlns:a16="http://schemas.microsoft.com/office/drawing/2014/main" id="{5FCF449E-431C-D715-FB6E-A9190D944B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35036A1-7E79-E176-EDCD-5CCE2ACADA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395463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Light_Nu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BDFDB58-2596-E563-7931-AFD7F3D01C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8687" y="2519453"/>
            <a:ext cx="852715" cy="820737"/>
          </a:xfrm>
        </p:spPr>
        <p:txBody>
          <a:bodyPr tIns="0" rIns="0" bIns="0" anchor="ctr">
            <a:spAutoFit/>
          </a:bodyPr>
          <a:lstStyle>
            <a:lvl1pPr marL="0" indent="0" algn="r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5333" b="0" kern="1200" dirty="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FC5E2AF-0279-399F-9CFA-067B78F41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0423E19-A119-78A2-F2CE-8B0F908E49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6506B8-BAC7-CE09-2A35-51815BA3BEB9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955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_Dark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D6D4F8-980C-7932-3AF2-FF348AD90669}"/>
              </a:ext>
            </a:extLst>
          </p:cNvPr>
          <p:cNvSpPr/>
          <p:nvPr userDrawn="1"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535283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36462E44-020C-CA27-80D7-F752B6D3614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8249" y="3135789"/>
            <a:ext cx="3029300" cy="8413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4267" b="1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1/3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8C08382-CD4D-C02C-EF06-6370206F14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84752" y="1690431"/>
            <a:ext cx="6088049" cy="3793527"/>
          </a:xfrm>
          <a:prstGeom prst="rect">
            <a:avLst/>
          </a:prstGeom>
        </p:spPr>
        <p:txBody>
          <a:bodyPr vert="horz" lIns="0" tIns="91440" rIns="91440" bIns="91440" rtlCol="0" anchor="ctr">
            <a:normAutofit/>
          </a:bodyPr>
          <a:lstStyle>
            <a:lvl1pPr>
              <a:spcAft>
                <a:spcPts val="1067"/>
              </a:spcAft>
              <a:buClr>
                <a:schemeClr val="accent1"/>
              </a:buClr>
              <a:defRPr sz="3200">
                <a:solidFill>
                  <a:schemeClr val="bg2"/>
                </a:solidFill>
              </a:defRPr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197226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_Teal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D6D4F8-980C-7932-3AF2-FF348AD90669}"/>
              </a:ext>
            </a:extLst>
          </p:cNvPr>
          <p:cNvSpPr/>
          <p:nvPr userDrawn="1"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44B0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535283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3C618601-F80E-B62F-3A4F-475D86102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8249" y="3135789"/>
            <a:ext cx="3029300" cy="8413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4267" b="1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1/3 Layout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BA735F9-6926-6EB6-9522-5FD34377AF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84752" y="1690431"/>
            <a:ext cx="6088049" cy="3793527"/>
          </a:xfrm>
          <a:prstGeom prst="rect">
            <a:avLst/>
          </a:prstGeom>
        </p:spPr>
        <p:txBody>
          <a:bodyPr vert="horz" lIns="0" tIns="91440" rIns="91440" bIns="91440" rtlCol="0" anchor="ctr">
            <a:normAutofit/>
          </a:bodyPr>
          <a:lstStyle>
            <a:lvl1pPr>
              <a:spcAft>
                <a:spcPts val="1067"/>
              </a:spcAft>
              <a:buClr>
                <a:schemeClr val="accent1"/>
              </a:buClr>
              <a:defRPr sz="3200">
                <a:solidFill>
                  <a:schemeClr val="bg2"/>
                </a:solidFill>
              </a:defRPr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69323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8BC805-EBF1-9D68-BCF5-3218C64627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E5D4017-DA17-11FC-3A8B-2EC780C95D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3A36673-9167-CFCA-11F4-533B6010E42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9663" y="1561237"/>
            <a:ext cx="11484263" cy="47244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A599683-2567-4D42-BF3A-778195C66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EE4F2F-DF96-39BD-C370-937EEEB230E0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287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3E07DAC-B2D9-A04C-7C4D-F2006D2DA9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5430" y="1555767"/>
            <a:ext cx="5527041" cy="47244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E53DD72-5377-D04E-E318-82FDA0AE03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1CC7B92-B741-6ADF-F427-24BD2ADE5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E770936-EB16-E6CA-4856-F1FC475A38A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16885" y="1555767"/>
            <a:ext cx="5527041" cy="47244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FEA41B-E0DC-0C7B-B940-1147B8D988CB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673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E276FF0-C37C-2EFD-5472-DEF1014616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A0D042CE-9B60-556F-BFFC-273845DA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D86C69E-4085-29B5-B573-F95043664D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5430" y="1555767"/>
            <a:ext cx="5527041" cy="47244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sp>
        <p:nvSpPr>
          <p:cNvPr id="20" name="Chart Placeholder 19">
            <a:extLst>
              <a:ext uri="{FF2B5EF4-FFF2-40B4-BE49-F238E27FC236}">
                <a16:creationId xmlns:a16="http://schemas.microsoft.com/office/drawing/2014/main" id="{6C8D5A57-635C-23F0-2482-986C08A1B93D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316885" y="1555767"/>
            <a:ext cx="5527041" cy="4724400"/>
          </a:xfrm>
        </p:spPr>
        <p:txBody>
          <a:bodyPr/>
          <a:lstStyle/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D7BC99-637A-F706-74D7-DA56ED8F97AA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11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Chart Placeholder 2">
            <a:extLst>
              <a:ext uri="{FF2B5EF4-FFF2-40B4-BE49-F238E27FC236}">
                <a16:creationId xmlns:a16="http://schemas.microsoft.com/office/drawing/2014/main" id="{B4F153E5-6141-9F9E-1265-1628F44B467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59663" y="1559732"/>
            <a:ext cx="11484263" cy="472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chart</a:t>
            </a:r>
            <a:endParaRPr lang="en-IN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7CA46D2-0453-BC13-DD86-3C6E177A1B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2A89958-09D7-A027-EF4F-AD61EB2CA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BA188C-C3CE-9572-5EF9-51E5FE050598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904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3CB52E-A0F8-39AE-56EE-3F04B4D05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11869109-AB79-DF35-EE18-0EFCC2AD2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344E3F-B188-3B34-80EC-ABEBEA9C32DF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930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B8C98F0-41A8-D8D8-C323-75A180C29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B97C72F-D322-B4B3-D691-C28EA206E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581E40-7CA7-5C51-E1AA-A61B030B3238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156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278682-21C5-4BA6-02E4-574903906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3156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992661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52FC0262-0563-2901-53C3-B38059D45939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10733" y="1724124"/>
            <a:ext cx="7920193" cy="738664"/>
          </a:xfrm>
          <a:prstGeom prst="rect">
            <a:avLst/>
          </a:prstGeom>
        </p:spPr>
        <p:txBody>
          <a:bodyPr vert="horz" anchor="b"/>
          <a:lstStyle>
            <a:lvl1pPr algn="l">
              <a:defRPr sz="48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Title Slide: Dark</a:t>
            </a:r>
            <a:endParaRPr lang="da-DK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3BF0FFA-704B-59EA-1A80-B8CB63070D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10733" y="2550985"/>
            <a:ext cx="7920193" cy="512897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133" b="1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E7F30698-216A-32AA-DAD9-9A06C65C75B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10732" y="3505738"/>
            <a:ext cx="3800147" cy="305789"/>
          </a:xfrm>
        </p:spPr>
        <p:txBody>
          <a:bodyPr tIns="9144" bIns="9144" anchor="b">
            <a:sp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 sz="1867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MM, DD, YYYY</a:t>
            </a:r>
            <a:endParaRPr lang="en-I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1B90C72-867C-DFE3-E828-C2557255DD12}"/>
              </a:ext>
            </a:extLst>
          </p:cNvPr>
          <p:cNvGrpSpPr/>
          <p:nvPr userDrawn="1"/>
        </p:nvGrpSpPr>
        <p:grpSpPr>
          <a:xfrm>
            <a:off x="625600" y="4994019"/>
            <a:ext cx="2322411" cy="562175"/>
            <a:chOff x="-2459325" y="909338"/>
            <a:chExt cx="2090498" cy="50603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511F205-3EA2-74F3-8A1E-D15A8B569CA3}"/>
                </a:ext>
              </a:extLst>
            </p:cNvPr>
            <p:cNvSpPr/>
            <p:nvPr/>
          </p:nvSpPr>
          <p:spPr>
            <a:xfrm>
              <a:off x="-1594801" y="1254927"/>
              <a:ext cx="109813" cy="111433"/>
            </a:xfrm>
            <a:custGeom>
              <a:avLst/>
              <a:gdLst>
                <a:gd name="connsiteX0" fmla="*/ 49434 w 109813"/>
                <a:gd name="connsiteY0" fmla="*/ 83233 h 111433"/>
                <a:gd name="connsiteX1" fmla="*/ 83776 w 109813"/>
                <a:gd name="connsiteY1" fmla="*/ -10442 h 111433"/>
                <a:gd name="connsiteX2" fmla="*/ 104142 w 109813"/>
                <a:gd name="connsiteY2" fmla="*/ -10442 h 111433"/>
                <a:gd name="connsiteX3" fmla="*/ 60423 w 109813"/>
                <a:gd name="connsiteY3" fmla="*/ 100991 h 111433"/>
                <a:gd name="connsiteX4" fmla="*/ 38030 w 109813"/>
                <a:gd name="connsiteY4" fmla="*/ 100991 h 111433"/>
                <a:gd name="connsiteX5" fmla="*/ -5671 w 109813"/>
                <a:gd name="connsiteY5" fmla="*/ -10262 h 111433"/>
                <a:gd name="connsiteX6" fmla="*/ 14967 w 109813"/>
                <a:gd name="connsiteY6" fmla="*/ -10262 h 111433"/>
                <a:gd name="connsiteX7" fmla="*/ 49434 w 109813"/>
                <a:gd name="connsiteY7" fmla="*/ 83233 h 11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813" h="111433">
                  <a:moveTo>
                    <a:pt x="49434" y="83233"/>
                  </a:moveTo>
                  <a:lnTo>
                    <a:pt x="83776" y="-10442"/>
                  </a:lnTo>
                  <a:lnTo>
                    <a:pt x="104142" y="-10442"/>
                  </a:lnTo>
                  <a:lnTo>
                    <a:pt x="60423" y="100991"/>
                  </a:lnTo>
                  <a:lnTo>
                    <a:pt x="38030" y="100991"/>
                  </a:lnTo>
                  <a:lnTo>
                    <a:pt x="-5671" y="-10262"/>
                  </a:lnTo>
                  <a:lnTo>
                    <a:pt x="14967" y="-10262"/>
                  </a:lnTo>
                  <a:lnTo>
                    <a:pt x="49434" y="83233"/>
                  </a:lnTo>
                  <a:close/>
                </a:path>
              </a:pathLst>
            </a:custGeom>
            <a:solidFill>
              <a:schemeClr val="bg1"/>
            </a:solidFill>
            <a:ln w="180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91F29A0-806D-1376-16BA-7BAC68AB2A5E}"/>
                </a:ext>
              </a:extLst>
            </p:cNvPr>
            <p:cNvSpPr/>
            <p:nvPr/>
          </p:nvSpPr>
          <p:spPr>
            <a:xfrm rot="19821841">
              <a:off x="-2459325" y="958273"/>
              <a:ext cx="248542" cy="188457"/>
            </a:xfrm>
            <a:custGeom>
              <a:avLst/>
              <a:gdLst>
                <a:gd name="connsiteX0" fmla="*/ -4841 w 248542"/>
                <a:gd name="connsiteY0" fmla="*/ 140058 h 188457"/>
                <a:gd name="connsiteX1" fmla="*/ 243701 w 248542"/>
                <a:gd name="connsiteY1" fmla="*/ -9436 h 188457"/>
                <a:gd name="connsiteX2" fmla="*/ 243290 w 248542"/>
                <a:gd name="connsiteY2" fmla="*/ 70926 h 188457"/>
                <a:gd name="connsiteX3" fmla="*/ 236713 w 248542"/>
                <a:gd name="connsiteY3" fmla="*/ 74863 h 188457"/>
                <a:gd name="connsiteX4" fmla="*/ 63593 w 248542"/>
                <a:gd name="connsiteY4" fmla="*/ 179022 h 188457"/>
                <a:gd name="connsiteX5" fmla="*/ -4841 w 248542"/>
                <a:gd name="connsiteY5" fmla="*/ 140058 h 188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542" h="188457">
                  <a:moveTo>
                    <a:pt x="-4841" y="140058"/>
                  </a:moveTo>
                  <a:lnTo>
                    <a:pt x="243701" y="-9436"/>
                  </a:lnTo>
                  <a:lnTo>
                    <a:pt x="243290" y="70926"/>
                  </a:lnTo>
                  <a:lnTo>
                    <a:pt x="236713" y="74863"/>
                  </a:lnTo>
                  <a:lnTo>
                    <a:pt x="63593" y="179022"/>
                  </a:lnTo>
                  <a:lnTo>
                    <a:pt x="-4841" y="140058"/>
                  </a:lnTo>
                  <a:close/>
                </a:path>
              </a:pathLst>
            </a:custGeom>
            <a:solidFill>
              <a:srgbClr val="00B3B2"/>
            </a:solidFill>
            <a:ln w="368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B2831CC-8610-2CB4-5A7F-DF4B9C7AEDDE}"/>
                </a:ext>
              </a:extLst>
            </p:cNvPr>
            <p:cNvSpPr/>
            <p:nvPr/>
          </p:nvSpPr>
          <p:spPr>
            <a:xfrm rot="1712540">
              <a:off x="-2259001" y="948985"/>
              <a:ext cx="242434" cy="288023"/>
            </a:xfrm>
            <a:custGeom>
              <a:avLst/>
              <a:gdLst>
                <a:gd name="connsiteX0" fmla="*/ -2745 w 242434"/>
                <a:gd name="connsiteY0" fmla="*/ 276391 h 288023"/>
                <a:gd name="connsiteX1" fmla="*/ -2745 w 242434"/>
                <a:gd name="connsiteY1" fmla="*/ -11633 h 288023"/>
                <a:gd name="connsiteX2" fmla="*/ 239690 w 242434"/>
                <a:gd name="connsiteY2" fmla="*/ 144627 h 288023"/>
                <a:gd name="connsiteX3" fmla="*/ 181163 w 242434"/>
                <a:gd name="connsiteY3" fmla="*/ 176102 h 288023"/>
                <a:gd name="connsiteX4" fmla="*/ 151465 w 242434"/>
                <a:gd name="connsiteY4" fmla="*/ 157449 h 288023"/>
                <a:gd name="connsiteX5" fmla="*/ 55754 w 242434"/>
                <a:gd name="connsiteY5" fmla="*/ 209922 h 288023"/>
                <a:gd name="connsiteX6" fmla="*/ 55754 w 242434"/>
                <a:gd name="connsiteY6" fmla="*/ 244905 h 288023"/>
                <a:gd name="connsiteX7" fmla="*/ -2745 w 242434"/>
                <a:gd name="connsiteY7" fmla="*/ 276391 h 288023"/>
                <a:gd name="connsiteX8" fmla="*/ 55754 w 242434"/>
                <a:gd name="connsiteY8" fmla="*/ 95649 h 288023"/>
                <a:gd name="connsiteX9" fmla="*/ 55754 w 242434"/>
                <a:gd name="connsiteY9" fmla="*/ 171444 h 288023"/>
                <a:gd name="connsiteX10" fmla="*/ 119153 w 242434"/>
                <a:gd name="connsiteY10" fmla="*/ 136462 h 288023"/>
                <a:gd name="connsiteX11" fmla="*/ 55754 w 242434"/>
                <a:gd name="connsiteY11" fmla="*/ 95649 h 28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434" h="288023">
                  <a:moveTo>
                    <a:pt x="-2745" y="276391"/>
                  </a:moveTo>
                  <a:lnTo>
                    <a:pt x="-2745" y="-11633"/>
                  </a:lnTo>
                  <a:lnTo>
                    <a:pt x="239690" y="144627"/>
                  </a:lnTo>
                  <a:lnTo>
                    <a:pt x="181163" y="176102"/>
                  </a:lnTo>
                  <a:lnTo>
                    <a:pt x="151465" y="157449"/>
                  </a:lnTo>
                  <a:lnTo>
                    <a:pt x="55754" y="209922"/>
                  </a:lnTo>
                  <a:lnTo>
                    <a:pt x="55754" y="244905"/>
                  </a:lnTo>
                  <a:lnTo>
                    <a:pt x="-2745" y="276391"/>
                  </a:lnTo>
                  <a:close/>
                  <a:moveTo>
                    <a:pt x="55754" y="95649"/>
                  </a:moveTo>
                  <a:lnTo>
                    <a:pt x="55754" y="171444"/>
                  </a:lnTo>
                  <a:lnTo>
                    <a:pt x="119153" y="136462"/>
                  </a:lnTo>
                  <a:lnTo>
                    <a:pt x="55754" y="95649"/>
                  </a:lnTo>
                  <a:close/>
                </a:path>
              </a:pathLst>
            </a:custGeom>
            <a:solidFill>
              <a:schemeClr val="bg1"/>
            </a:solidFill>
            <a:ln w="815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7DCFE28-1905-650A-625C-A19A4CE6E32F}"/>
                </a:ext>
              </a:extLst>
            </p:cNvPr>
            <p:cNvSpPr/>
            <p:nvPr/>
          </p:nvSpPr>
          <p:spPr>
            <a:xfrm>
              <a:off x="-1995178" y="909338"/>
              <a:ext cx="200128" cy="254152"/>
            </a:xfrm>
            <a:custGeom>
              <a:avLst/>
              <a:gdLst>
                <a:gd name="connsiteX0" fmla="*/ 56742 w 200128"/>
                <a:gd name="connsiteY0" fmla="*/ 84973 h 254152"/>
                <a:gd name="connsiteX1" fmla="*/ 80187 w 200128"/>
                <a:gd name="connsiteY1" fmla="*/ 63567 h 254152"/>
                <a:gd name="connsiteX2" fmla="*/ 115184 w 200128"/>
                <a:gd name="connsiteY2" fmla="*/ 55411 h 254152"/>
                <a:gd name="connsiteX3" fmla="*/ 157655 w 200128"/>
                <a:gd name="connsiteY3" fmla="*/ 67303 h 254152"/>
                <a:gd name="connsiteX4" fmla="*/ 187725 w 200128"/>
                <a:gd name="connsiteY4" fmla="*/ 101281 h 254152"/>
                <a:gd name="connsiteX5" fmla="*/ 198769 w 200128"/>
                <a:gd name="connsiteY5" fmla="*/ 152589 h 254152"/>
                <a:gd name="connsiteX6" fmla="*/ 187725 w 200128"/>
                <a:gd name="connsiteY6" fmla="*/ 204065 h 254152"/>
                <a:gd name="connsiteX7" fmla="*/ 157655 w 200128"/>
                <a:gd name="connsiteY7" fmla="*/ 238380 h 254152"/>
                <a:gd name="connsiteX8" fmla="*/ 115184 w 200128"/>
                <a:gd name="connsiteY8" fmla="*/ 250443 h 254152"/>
                <a:gd name="connsiteX9" fmla="*/ 80187 w 200128"/>
                <a:gd name="connsiteY9" fmla="*/ 242459 h 254152"/>
                <a:gd name="connsiteX10" fmla="*/ 56742 w 200128"/>
                <a:gd name="connsiteY10" fmla="*/ 221221 h 254152"/>
                <a:gd name="connsiteX11" fmla="*/ 56742 w 200128"/>
                <a:gd name="connsiteY11" fmla="*/ 247725 h 254152"/>
                <a:gd name="connsiteX12" fmla="*/ -1359 w 200128"/>
                <a:gd name="connsiteY12" fmla="*/ 247725 h 254152"/>
                <a:gd name="connsiteX13" fmla="*/ -1359 w 200128"/>
                <a:gd name="connsiteY13" fmla="*/ -3709 h 254152"/>
                <a:gd name="connsiteX14" fmla="*/ 56742 w 200128"/>
                <a:gd name="connsiteY14" fmla="*/ -3709 h 254152"/>
                <a:gd name="connsiteX15" fmla="*/ 56742 w 200128"/>
                <a:gd name="connsiteY15" fmla="*/ 84973 h 254152"/>
                <a:gd name="connsiteX16" fmla="*/ 139648 w 200128"/>
                <a:gd name="connsiteY16" fmla="*/ 152589 h 254152"/>
                <a:gd name="connsiteX17" fmla="*/ 127585 w 200128"/>
                <a:gd name="connsiteY17" fmla="*/ 118440 h 254152"/>
                <a:gd name="connsiteX18" fmla="*/ 97854 w 200128"/>
                <a:gd name="connsiteY18" fmla="*/ 106039 h 254152"/>
                <a:gd name="connsiteX19" fmla="*/ 68463 w 200128"/>
                <a:gd name="connsiteY19" fmla="*/ 118611 h 254152"/>
                <a:gd name="connsiteX20" fmla="*/ 56403 w 200128"/>
                <a:gd name="connsiteY20" fmla="*/ 152928 h 254152"/>
                <a:gd name="connsiteX21" fmla="*/ 68463 w 200128"/>
                <a:gd name="connsiteY21" fmla="*/ 187246 h 254152"/>
                <a:gd name="connsiteX22" fmla="*/ 97854 w 200128"/>
                <a:gd name="connsiteY22" fmla="*/ 199817 h 254152"/>
                <a:gd name="connsiteX23" fmla="*/ 127416 w 200128"/>
                <a:gd name="connsiteY23" fmla="*/ 187075 h 254152"/>
                <a:gd name="connsiteX24" fmla="*/ 139648 w 200128"/>
                <a:gd name="connsiteY24" fmla="*/ 152589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56742" y="84973"/>
                  </a:moveTo>
                  <a:cubicBezTo>
                    <a:pt x="62178" y="76138"/>
                    <a:pt x="69993" y="69002"/>
                    <a:pt x="80187" y="63567"/>
                  </a:cubicBezTo>
                  <a:cubicBezTo>
                    <a:pt x="90381" y="58131"/>
                    <a:pt x="102045" y="55411"/>
                    <a:pt x="115184" y="55411"/>
                  </a:cubicBezTo>
                  <a:cubicBezTo>
                    <a:pt x="130813" y="55411"/>
                    <a:pt x="144969" y="59376"/>
                    <a:pt x="157655" y="67303"/>
                  </a:cubicBezTo>
                  <a:cubicBezTo>
                    <a:pt x="170340" y="75233"/>
                    <a:pt x="180363" y="86557"/>
                    <a:pt x="187725" y="101281"/>
                  </a:cubicBezTo>
                  <a:cubicBezTo>
                    <a:pt x="195087" y="116005"/>
                    <a:pt x="198769" y="133107"/>
                    <a:pt x="198769" y="152589"/>
                  </a:cubicBezTo>
                  <a:cubicBezTo>
                    <a:pt x="198769" y="172068"/>
                    <a:pt x="195087" y="189227"/>
                    <a:pt x="187725" y="204065"/>
                  </a:cubicBezTo>
                  <a:cubicBezTo>
                    <a:pt x="180363" y="218900"/>
                    <a:pt x="170340" y="230339"/>
                    <a:pt x="157655" y="238380"/>
                  </a:cubicBezTo>
                  <a:cubicBezTo>
                    <a:pt x="144969" y="246421"/>
                    <a:pt x="130813" y="250443"/>
                    <a:pt x="115184" y="250443"/>
                  </a:cubicBezTo>
                  <a:cubicBezTo>
                    <a:pt x="101819" y="250443"/>
                    <a:pt x="90153" y="247782"/>
                    <a:pt x="80187" y="242459"/>
                  </a:cubicBezTo>
                  <a:cubicBezTo>
                    <a:pt x="70219" y="237135"/>
                    <a:pt x="62403" y="230056"/>
                    <a:pt x="56742" y="221221"/>
                  </a:cubicBezTo>
                  <a:lnTo>
                    <a:pt x="56742" y="247725"/>
                  </a:lnTo>
                  <a:lnTo>
                    <a:pt x="-1359" y="247725"/>
                  </a:lnTo>
                  <a:lnTo>
                    <a:pt x="-1359" y="-3709"/>
                  </a:lnTo>
                  <a:lnTo>
                    <a:pt x="56742" y="-3709"/>
                  </a:lnTo>
                  <a:lnTo>
                    <a:pt x="56742" y="84973"/>
                  </a:lnTo>
                  <a:close/>
                  <a:moveTo>
                    <a:pt x="139648" y="152589"/>
                  </a:moveTo>
                  <a:cubicBezTo>
                    <a:pt x="139648" y="138091"/>
                    <a:pt x="135626" y="126709"/>
                    <a:pt x="127585" y="118440"/>
                  </a:cubicBezTo>
                  <a:cubicBezTo>
                    <a:pt x="119543" y="110173"/>
                    <a:pt x="109632" y="106039"/>
                    <a:pt x="97854" y="106039"/>
                  </a:cubicBezTo>
                  <a:cubicBezTo>
                    <a:pt x="86302" y="106039"/>
                    <a:pt x="76505" y="110230"/>
                    <a:pt x="68463" y="118611"/>
                  </a:cubicBezTo>
                  <a:cubicBezTo>
                    <a:pt x="60422" y="126992"/>
                    <a:pt x="56403" y="138430"/>
                    <a:pt x="56403" y="152928"/>
                  </a:cubicBezTo>
                  <a:cubicBezTo>
                    <a:pt x="56403" y="167424"/>
                    <a:pt x="60422" y="178862"/>
                    <a:pt x="68463" y="187246"/>
                  </a:cubicBezTo>
                  <a:cubicBezTo>
                    <a:pt x="76505" y="195627"/>
                    <a:pt x="86302" y="199817"/>
                    <a:pt x="97854" y="199817"/>
                  </a:cubicBezTo>
                  <a:cubicBezTo>
                    <a:pt x="109407" y="199817"/>
                    <a:pt x="119261" y="195570"/>
                    <a:pt x="127416" y="187075"/>
                  </a:cubicBezTo>
                  <a:cubicBezTo>
                    <a:pt x="135569" y="178580"/>
                    <a:pt x="139648" y="167084"/>
                    <a:pt x="139648" y="15258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59243DF-B1BD-5775-D84E-25E871BFE2C3}"/>
                </a:ext>
              </a:extLst>
            </p:cNvPr>
            <p:cNvSpPr/>
            <p:nvPr/>
          </p:nvSpPr>
          <p:spPr>
            <a:xfrm>
              <a:off x="-1741943" y="968459"/>
              <a:ext cx="190274" cy="195031"/>
            </a:xfrm>
            <a:custGeom>
              <a:avLst/>
              <a:gdLst>
                <a:gd name="connsiteX0" fmla="*/ 188078 w 190274"/>
                <a:gd name="connsiteY0" fmla="*/ 90645 h 195031"/>
                <a:gd name="connsiteX1" fmla="*/ 187059 w 190274"/>
                <a:gd name="connsiteY1" fmla="*/ 107635 h 195031"/>
                <a:gd name="connsiteX2" fmla="*/ 55566 w 190274"/>
                <a:gd name="connsiteY2" fmla="*/ 107635 h 195031"/>
                <a:gd name="connsiteX3" fmla="*/ 66948 w 190274"/>
                <a:gd name="connsiteY3" fmla="*/ 134648 h 195031"/>
                <a:gd name="connsiteX4" fmla="*/ 91582 w 190274"/>
                <a:gd name="connsiteY4" fmla="*/ 143991 h 195031"/>
                <a:gd name="connsiteX5" fmla="*/ 121821 w 190274"/>
                <a:gd name="connsiteY5" fmla="*/ 125642 h 195031"/>
                <a:gd name="connsiteX6" fmla="*/ 183660 w 190274"/>
                <a:gd name="connsiteY6" fmla="*/ 125642 h 195031"/>
                <a:gd name="connsiteX7" fmla="*/ 166503 w 190274"/>
                <a:gd name="connsiteY7" fmla="*/ 159280 h 195031"/>
                <a:gd name="connsiteX8" fmla="*/ 135412 w 190274"/>
                <a:gd name="connsiteY8" fmla="*/ 182724 h 195031"/>
                <a:gd name="connsiteX9" fmla="*/ 93621 w 190274"/>
                <a:gd name="connsiteY9" fmla="*/ 191219 h 195031"/>
                <a:gd name="connsiteX10" fmla="*/ 44014 w 190274"/>
                <a:gd name="connsiteY10" fmla="*/ 179327 h 195031"/>
                <a:gd name="connsiteX11" fmla="*/ 10036 w 190274"/>
                <a:gd name="connsiteY11" fmla="*/ 145350 h 195031"/>
                <a:gd name="connsiteX12" fmla="*/ -2196 w 190274"/>
                <a:gd name="connsiteY12" fmla="*/ 93705 h 195031"/>
                <a:gd name="connsiteX13" fmla="*/ 9865 w 190274"/>
                <a:gd name="connsiteY13" fmla="*/ 42057 h 195031"/>
                <a:gd name="connsiteX14" fmla="*/ 43674 w 190274"/>
                <a:gd name="connsiteY14" fmla="*/ 8080 h 195031"/>
                <a:gd name="connsiteX15" fmla="*/ 93621 w 190274"/>
                <a:gd name="connsiteY15" fmla="*/ -3812 h 195031"/>
                <a:gd name="connsiteX16" fmla="*/ 142548 w 190274"/>
                <a:gd name="connsiteY16" fmla="*/ 7740 h 195031"/>
                <a:gd name="connsiteX17" fmla="*/ 176015 w 190274"/>
                <a:gd name="connsiteY17" fmla="*/ 40699 h 195031"/>
                <a:gd name="connsiteX18" fmla="*/ 188078 w 190274"/>
                <a:gd name="connsiteY18" fmla="*/ 90645 h 195031"/>
                <a:gd name="connsiteX19" fmla="*/ 128618 w 190274"/>
                <a:gd name="connsiteY19" fmla="*/ 75356 h 195031"/>
                <a:gd name="connsiteX20" fmla="*/ 118424 w 190274"/>
                <a:gd name="connsiteY20" fmla="*/ 51572 h 195031"/>
                <a:gd name="connsiteX21" fmla="*/ 92941 w 190274"/>
                <a:gd name="connsiteY21" fmla="*/ 42737 h 195031"/>
                <a:gd name="connsiteX22" fmla="*/ 68307 w 190274"/>
                <a:gd name="connsiteY22" fmla="*/ 51232 h 195031"/>
                <a:gd name="connsiteX23" fmla="*/ 55906 w 190274"/>
                <a:gd name="connsiteY23" fmla="*/ 75356 h 195031"/>
                <a:gd name="connsiteX24" fmla="*/ 12861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8078" y="90645"/>
                  </a:moveTo>
                  <a:cubicBezTo>
                    <a:pt x="188078" y="96083"/>
                    <a:pt x="187739" y="101746"/>
                    <a:pt x="187059" y="107635"/>
                  </a:cubicBezTo>
                  <a:lnTo>
                    <a:pt x="55566" y="107635"/>
                  </a:lnTo>
                  <a:cubicBezTo>
                    <a:pt x="56471" y="119413"/>
                    <a:pt x="60265" y="128416"/>
                    <a:pt x="66948" y="134648"/>
                  </a:cubicBezTo>
                  <a:cubicBezTo>
                    <a:pt x="73630" y="140876"/>
                    <a:pt x="81843" y="143991"/>
                    <a:pt x="91582" y="143991"/>
                  </a:cubicBezTo>
                  <a:cubicBezTo>
                    <a:pt x="106078" y="143991"/>
                    <a:pt x="116158" y="137874"/>
                    <a:pt x="121821" y="125642"/>
                  </a:cubicBezTo>
                  <a:lnTo>
                    <a:pt x="183660" y="125642"/>
                  </a:lnTo>
                  <a:cubicBezTo>
                    <a:pt x="180491" y="138102"/>
                    <a:pt x="174770" y="149314"/>
                    <a:pt x="166503" y="159280"/>
                  </a:cubicBezTo>
                  <a:cubicBezTo>
                    <a:pt x="158234" y="169248"/>
                    <a:pt x="147872" y="177061"/>
                    <a:pt x="135412" y="182724"/>
                  </a:cubicBezTo>
                  <a:cubicBezTo>
                    <a:pt x="122954" y="188388"/>
                    <a:pt x="109024" y="191219"/>
                    <a:pt x="93621" y="191219"/>
                  </a:cubicBezTo>
                  <a:cubicBezTo>
                    <a:pt x="75046" y="191219"/>
                    <a:pt x="58510" y="187255"/>
                    <a:pt x="44014" y="179327"/>
                  </a:cubicBezTo>
                  <a:cubicBezTo>
                    <a:pt x="29516" y="171400"/>
                    <a:pt x="18189" y="160073"/>
                    <a:pt x="10036" y="145350"/>
                  </a:cubicBezTo>
                  <a:cubicBezTo>
                    <a:pt x="1881" y="130626"/>
                    <a:pt x="-2196" y="113410"/>
                    <a:pt x="-2196" y="93705"/>
                  </a:cubicBezTo>
                  <a:cubicBezTo>
                    <a:pt x="-2196" y="73997"/>
                    <a:pt x="1824" y="56781"/>
                    <a:pt x="9865" y="42057"/>
                  </a:cubicBezTo>
                  <a:cubicBezTo>
                    <a:pt x="17906" y="27334"/>
                    <a:pt x="29176" y="16009"/>
                    <a:pt x="43674" y="8080"/>
                  </a:cubicBezTo>
                  <a:cubicBezTo>
                    <a:pt x="58170" y="152"/>
                    <a:pt x="74820" y="-3812"/>
                    <a:pt x="93621" y="-3812"/>
                  </a:cubicBezTo>
                  <a:cubicBezTo>
                    <a:pt x="111967" y="-3812"/>
                    <a:pt x="128278" y="38"/>
                    <a:pt x="142548" y="7740"/>
                  </a:cubicBezTo>
                  <a:cubicBezTo>
                    <a:pt x="156818" y="15442"/>
                    <a:pt x="167974" y="26429"/>
                    <a:pt x="176015" y="40699"/>
                  </a:cubicBezTo>
                  <a:cubicBezTo>
                    <a:pt x="184057" y="54969"/>
                    <a:pt x="188078" y="71619"/>
                    <a:pt x="188078" y="90645"/>
                  </a:cubicBezTo>
                  <a:close/>
                  <a:moveTo>
                    <a:pt x="128618" y="75356"/>
                  </a:moveTo>
                  <a:cubicBezTo>
                    <a:pt x="128618" y="65388"/>
                    <a:pt x="125221" y="57461"/>
                    <a:pt x="118424" y="51572"/>
                  </a:cubicBezTo>
                  <a:cubicBezTo>
                    <a:pt x="111628" y="45683"/>
                    <a:pt x="103135" y="42737"/>
                    <a:pt x="92941" y="42737"/>
                  </a:cubicBezTo>
                  <a:cubicBezTo>
                    <a:pt x="83201" y="42737"/>
                    <a:pt x="74989" y="45569"/>
                    <a:pt x="68307" y="51232"/>
                  </a:cubicBezTo>
                  <a:cubicBezTo>
                    <a:pt x="61624" y="56895"/>
                    <a:pt x="57490" y="64937"/>
                    <a:pt x="55906" y="75356"/>
                  </a:cubicBezTo>
                  <a:lnTo>
                    <a:pt x="12861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8E4523C-4A94-CA28-D16F-BE348D122C2A}"/>
                </a:ext>
              </a:extLst>
            </p:cNvPr>
            <p:cNvSpPr/>
            <p:nvPr/>
          </p:nvSpPr>
          <p:spPr>
            <a:xfrm>
              <a:off x="-1487570" y="969138"/>
              <a:ext cx="117562" cy="191634"/>
            </a:xfrm>
            <a:custGeom>
              <a:avLst/>
              <a:gdLst>
                <a:gd name="connsiteX0" fmla="*/ 55173 w 117562"/>
                <a:gd name="connsiteY0" fmla="*/ 29829 h 191634"/>
                <a:gd name="connsiteX1" fmla="*/ 80656 w 117562"/>
                <a:gd name="connsiteY1" fmla="*/ 5197 h 191634"/>
                <a:gd name="connsiteX2" fmla="*/ 114633 w 117562"/>
                <a:gd name="connsiteY2" fmla="*/ -3809 h 191634"/>
                <a:gd name="connsiteX3" fmla="*/ 114633 w 117562"/>
                <a:gd name="connsiteY3" fmla="*/ 57692 h 191634"/>
                <a:gd name="connsiteX4" fmla="*/ 98662 w 117562"/>
                <a:gd name="connsiteY4" fmla="*/ 57692 h 191634"/>
                <a:gd name="connsiteX5" fmla="*/ 66046 w 117562"/>
                <a:gd name="connsiteY5" fmla="*/ 67035 h 191634"/>
                <a:gd name="connsiteX6" fmla="*/ 55173 w 117562"/>
                <a:gd name="connsiteY6" fmla="*/ 99823 h 191634"/>
                <a:gd name="connsiteX7" fmla="*/ 55173 w 117562"/>
                <a:gd name="connsiteY7" fmla="*/ 187826 h 191634"/>
                <a:gd name="connsiteX8" fmla="*/ -2929 w 117562"/>
                <a:gd name="connsiteY8" fmla="*/ 187826 h 191634"/>
                <a:gd name="connsiteX9" fmla="*/ -2929 w 117562"/>
                <a:gd name="connsiteY9" fmla="*/ -1768 h 191634"/>
                <a:gd name="connsiteX10" fmla="*/ 55173 w 117562"/>
                <a:gd name="connsiteY10" fmla="*/ -1768 h 191634"/>
                <a:gd name="connsiteX11" fmla="*/ 55173 w 117562"/>
                <a:gd name="connsiteY11" fmla="*/ 2982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562" h="191634">
                  <a:moveTo>
                    <a:pt x="55173" y="29829"/>
                  </a:moveTo>
                  <a:cubicBezTo>
                    <a:pt x="61967" y="19410"/>
                    <a:pt x="70462" y="11200"/>
                    <a:pt x="80656" y="5197"/>
                  </a:cubicBezTo>
                  <a:cubicBezTo>
                    <a:pt x="90849" y="-806"/>
                    <a:pt x="102176" y="-3809"/>
                    <a:pt x="114633" y="-3809"/>
                  </a:cubicBezTo>
                  <a:lnTo>
                    <a:pt x="114633" y="57692"/>
                  </a:lnTo>
                  <a:lnTo>
                    <a:pt x="98662" y="57692"/>
                  </a:lnTo>
                  <a:cubicBezTo>
                    <a:pt x="84167" y="57692"/>
                    <a:pt x="73294" y="60807"/>
                    <a:pt x="66046" y="67035"/>
                  </a:cubicBezTo>
                  <a:cubicBezTo>
                    <a:pt x="58795" y="73264"/>
                    <a:pt x="55173" y="84194"/>
                    <a:pt x="55173" y="99823"/>
                  </a:cubicBezTo>
                  <a:lnTo>
                    <a:pt x="55173" y="187826"/>
                  </a:lnTo>
                  <a:lnTo>
                    <a:pt x="-2929" y="187826"/>
                  </a:lnTo>
                  <a:lnTo>
                    <a:pt x="-2929" y="-1768"/>
                  </a:lnTo>
                  <a:lnTo>
                    <a:pt x="55173" y="-1768"/>
                  </a:lnTo>
                  <a:lnTo>
                    <a:pt x="55173" y="29829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AEEBAB0-25FE-18F9-5341-F7E4CCEEF4B2}"/>
                </a:ext>
              </a:extLst>
            </p:cNvPr>
            <p:cNvSpPr/>
            <p:nvPr/>
          </p:nvSpPr>
          <p:spPr>
            <a:xfrm>
              <a:off x="-1317989" y="909338"/>
              <a:ext cx="200128" cy="254152"/>
            </a:xfrm>
            <a:custGeom>
              <a:avLst/>
              <a:gdLst>
                <a:gd name="connsiteX0" fmla="*/ -3629 w 200128"/>
                <a:gd name="connsiteY0" fmla="*/ 152589 h 254152"/>
                <a:gd name="connsiteX1" fmla="*/ 7413 w 200128"/>
                <a:gd name="connsiteY1" fmla="*/ 101281 h 254152"/>
                <a:gd name="connsiteX2" fmla="*/ 37483 w 200128"/>
                <a:gd name="connsiteY2" fmla="*/ 67303 h 254152"/>
                <a:gd name="connsiteX3" fmla="*/ 79956 w 200128"/>
                <a:gd name="connsiteY3" fmla="*/ 55411 h 254152"/>
                <a:gd name="connsiteX4" fmla="*/ 114103 w 200128"/>
                <a:gd name="connsiteY4" fmla="*/ 63227 h 254152"/>
                <a:gd name="connsiteX5" fmla="*/ 138398 w 200128"/>
                <a:gd name="connsiteY5" fmla="*/ 84294 h 254152"/>
                <a:gd name="connsiteX6" fmla="*/ 138398 w 200128"/>
                <a:gd name="connsiteY6" fmla="*/ -3709 h 254152"/>
                <a:gd name="connsiteX7" fmla="*/ 196500 w 200128"/>
                <a:gd name="connsiteY7" fmla="*/ -3709 h 254152"/>
                <a:gd name="connsiteX8" fmla="*/ 196500 w 200128"/>
                <a:gd name="connsiteY8" fmla="*/ 247725 h 254152"/>
                <a:gd name="connsiteX9" fmla="*/ 138398 w 200128"/>
                <a:gd name="connsiteY9" fmla="*/ 247725 h 254152"/>
                <a:gd name="connsiteX10" fmla="*/ 138398 w 200128"/>
                <a:gd name="connsiteY10" fmla="*/ 220542 h 254152"/>
                <a:gd name="connsiteX11" fmla="*/ 115122 w 200128"/>
                <a:gd name="connsiteY11" fmla="*/ 242288 h 254152"/>
                <a:gd name="connsiteX12" fmla="*/ 79956 w 200128"/>
                <a:gd name="connsiteY12" fmla="*/ 250443 h 254152"/>
                <a:gd name="connsiteX13" fmla="*/ 37483 w 200128"/>
                <a:gd name="connsiteY13" fmla="*/ 238380 h 254152"/>
                <a:gd name="connsiteX14" fmla="*/ 7413 w 200128"/>
                <a:gd name="connsiteY14" fmla="*/ 204065 h 254152"/>
                <a:gd name="connsiteX15" fmla="*/ -3629 w 200128"/>
                <a:gd name="connsiteY15" fmla="*/ 152589 h 254152"/>
                <a:gd name="connsiteX16" fmla="*/ 138398 w 200128"/>
                <a:gd name="connsiteY16" fmla="*/ 152928 h 254152"/>
                <a:gd name="connsiteX17" fmla="*/ 126334 w 200128"/>
                <a:gd name="connsiteY17" fmla="*/ 118611 h 254152"/>
                <a:gd name="connsiteX18" fmla="*/ 96944 w 200128"/>
                <a:gd name="connsiteY18" fmla="*/ 106039 h 254152"/>
                <a:gd name="connsiteX19" fmla="*/ 67553 w 200128"/>
                <a:gd name="connsiteY19" fmla="*/ 118440 h 254152"/>
                <a:gd name="connsiteX20" fmla="*/ 55492 w 200128"/>
                <a:gd name="connsiteY20" fmla="*/ 152589 h 254152"/>
                <a:gd name="connsiteX21" fmla="*/ 67553 w 200128"/>
                <a:gd name="connsiteY21" fmla="*/ 187075 h 254152"/>
                <a:gd name="connsiteX22" fmla="*/ 96944 w 200128"/>
                <a:gd name="connsiteY22" fmla="*/ 199817 h 254152"/>
                <a:gd name="connsiteX23" fmla="*/ 126334 w 200128"/>
                <a:gd name="connsiteY23" fmla="*/ 187246 h 254152"/>
                <a:gd name="connsiteX24" fmla="*/ 138398 w 200128"/>
                <a:gd name="connsiteY24" fmla="*/ 152928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-3629" y="152589"/>
                  </a:moveTo>
                  <a:cubicBezTo>
                    <a:pt x="-3629" y="133107"/>
                    <a:pt x="51" y="116005"/>
                    <a:pt x="7413" y="101281"/>
                  </a:cubicBezTo>
                  <a:cubicBezTo>
                    <a:pt x="14775" y="86557"/>
                    <a:pt x="24797" y="75233"/>
                    <a:pt x="37483" y="67303"/>
                  </a:cubicBezTo>
                  <a:cubicBezTo>
                    <a:pt x="50169" y="59376"/>
                    <a:pt x="64325" y="55411"/>
                    <a:pt x="79956" y="55411"/>
                  </a:cubicBezTo>
                  <a:cubicBezTo>
                    <a:pt x="92413" y="55411"/>
                    <a:pt x="103797" y="58017"/>
                    <a:pt x="114103" y="63227"/>
                  </a:cubicBezTo>
                  <a:cubicBezTo>
                    <a:pt x="124410" y="68437"/>
                    <a:pt x="132509" y="75459"/>
                    <a:pt x="138398" y="84294"/>
                  </a:cubicBezTo>
                  <a:lnTo>
                    <a:pt x="138398" y="-3709"/>
                  </a:lnTo>
                  <a:lnTo>
                    <a:pt x="196500" y="-3709"/>
                  </a:lnTo>
                  <a:lnTo>
                    <a:pt x="196500" y="247725"/>
                  </a:lnTo>
                  <a:lnTo>
                    <a:pt x="138398" y="247725"/>
                  </a:lnTo>
                  <a:lnTo>
                    <a:pt x="138398" y="220542"/>
                  </a:lnTo>
                  <a:cubicBezTo>
                    <a:pt x="132960" y="229605"/>
                    <a:pt x="125201" y="236852"/>
                    <a:pt x="115122" y="242288"/>
                  </a:cubicBezTo>
                  <a:cubicBezTo>
                    <a:pt x="105042" y="247725"/>
                    <a:pt x="93319" y="250443"/>
                    <a:pt x="79956" y="250443"/>
                  </a:cubicBezTo>
                  <a:cubicBezTo>
                    <a:pt x="64325" y="250443"/>
                    <a:pt x="50169" y="246421"/>
                    <a:pt x="37483" y="238380"/>
                  </a:cubicBezTo>
                  <a:cubicBezTo>
                    <a:pt x="24797" y="230339"/>
                    <a:pt x="14775" y="218900"/>
                    <a:pt x="7413" y="204065"/>
                  </a:cubicBezTo>
                  <a:cubicBezTo>
                    <a:pt x="51" y="189227"/>
                    <a:pt x="-3629" y="172068"/>
                    <a:pt x="-3629" y="152589"/>
                  </a:cubicBezTo>
                  <a:close/>
                  <a:moveTo>
                    <a:pt x="138398" y="152928"/>
                  </a:moveTo>
                  <a:cubicBezTo>
                    <a:pt x="138398" y="138430"/>
                    <a:pt x="134376" y="126992"/>
                    <a:pt x="126334" y="118611"/>
                  </a:cubicBezTo>
                  <a:cubicBezTo>
                    <a:pt x="118293" y="110230"/>
                    <a:pt x="108496" y="106039"/>
                    <a:pt x="96944" y="106039"/>
                  </a:cubicBezTo>
                  <a:cubicBezTo>
                    <a:pt x="85391" y="106039"/>
                    <a:pt x="75594" y="110173"/>
                    <a:pt x="67553" y="118440"/>
                  </a:cubicBezTo>
                  <a:cubicBezTo>
                    <a:pt x="59512" y="126709"/>
                    <a:pt x="55492" y="138091"/>
                    <a:pt x="55492" y="152589"/>
                  </a:cubicBezTo>
                  <a:cubicBezTo>
                    <a:pt x="55492" y="167084"/>
                    <a:pt x="59512" y="178580"/>
                    <a:pt x="67553" y="187075"/>
                  </a:cubicBezTo>
                  <a:cubicBezTo>
                    <a:pt x="75594" y="195570"/>
                    <a:pt x="85391" y="199817"/>
                    <a:pt x="96944" y="199817"/>
                  </a:cubicBezTo>
                  <a:cubicBezTo>
                    <a:pt x="108496" y="199817"/>
                    <a:pt x="118293" y="195627"/>
                    <a:pt x="126334" y="187246"/>
                  </a:cubicBezTo>
                  <a:cubicBezTo>
                    <a:pt x="134376" y="178862"/>
                    <a:pt x="138398" y="167424"/>
                    <a:pt x="138398" y="152928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C17FB4C-FF70-42AA-C4A8-96237B30706E}"/>
                </a:ext>
              </a:extLst>
            </p:cNvPr>
            <p:cNvSpPr/>
            <p:nvPr/>
          </p:nvSpPr>
          <p:spPr>
            <a:xfrm>
              <a:off x="-1055392" y="968459"/>
              <a:ext cx="190274" cy="195031"/>
            </a:xfrm>
            <a:custGeom>
              <a:avLst/>
              <a:gdLst>
                <a:gd name="connsiteX0" fmla="*/ 185768 w 190274"/>
                <a:gd name="connsiteY0" fmla="*/ 90645 h 195031"/>
                <a:gd name="connsiteX1" fmla="*/ 184749 w 190274"/>
                <a:gd name="connsiteY1" fmla="*/ 107635 h 195031"/>
                <a:gd name="connsiteX2" fmla="*/ 53256 w 190274"/>
                <a:gd name="connsiteY2" fmla="*/ 107635 h 195031"/>
                <a:gd name="connsiteX3" fmla="*/ 64637 w 190274"/>
                <a:gd name="connsiteY3" fmla="*/ 134648 h 195031"/>
                <a:gd name="connsiteX4" fmla="*/ 89272 w 190274"/>
                <a:gd name="connsiteY4" fmla="*/ 143991 h 195031"/>
                <a:gd name="connsiteX5" fmla="*/ 119510 w 190274"/>
                <a:gd name="connsiteY5" fmla="*/ 125642 h 195031"/>
                <a:gd name="connsiteX6" fmla="*/ 181352 w 190274"/>
                <a:gd name="connsiteY6" fmla="*/ 125642 h 195031"/>
                <a:gd name="connsiteX7" fmla="*/ 164190 w 190274"/>
                <a:gd name="connsiteY7" fmla="*/ 159280 h 195031"/>
                <a:gd name="connsiteX8" fmla="*/ 133101 w 190274"/>
                <a:gd name="connsiteY8" fmla="*/ 182724 h 195031"/>
                <a:gd name="connsiteX9" fmla="*/ 91310 w 190274"/>
                <a:gd name="connsiteY9" fmla="*/ 191219 h 195031"/>
                <a:gd name="connsiteX10" fmla="*/ 41703 w 190274"/>
                <a:gd name="connsiteY10" fmla="*/ 179327 h 195031"/>
                <a:gd name="connsiteX11" fmla="*/ 7725 w 190274"/>
                <a:gd name="connsiteY11" fmla="*/ 145350 h 195031"/>
                <a:gd name="connsiteX12" fmla="*/ -4507 w 190274"/>
                <a:gd name="connsiteY12" fmla="*/ 93705 h 195031"/>
                <a:gd name="connsiteX13" fmla="*/ 7554 w 190274"/>
                <a:gd name="connsiteY13" fmla="*/ 42057 h 195031"/>
                <a:gd name="connsiteX14" fmla="*/ 41363 w 190274"/>
                <a:gd name="connsiteY14" fmla="*/ 8080 h 195031"/>
                <a:gd name="connsiteX15" fmla="*/ 91310 w 190274"/>
                <a:gd name="connsiteY15" fmla="*/ -3812 h 195031"/>
                <a:gd name="connsiteX16" fmla="*/ 140237 w 190274"/>
                <a:gd name="connsiteY16" fmla="*/ 7740 h 195031"/>
                <a:gd name="connsiteX17" fmla="*/ 173705 w 190274"/>
                <a:gd name="connsiteY17" fmla="*/ 40699 h 195031"/>
                <a:gd name="connsiteX18" fmla="*/ 185768 w 190274"/>
                <a:gd name="connsiteY18" fmla="*/ 90645 h 195031"/>
                <a:gd name="connsiteX19" fmla="*/ 126307 w 190274"/>
                <a:gd name="connsiteY19" fmla="*/ 75356 h 195031"/>
                <a:gd name="connsiteX20" fmla="*/ 116113 w 190274"/>
                <a:gd name="connsiteY20" fmla="*/ 51572 h 195031"/>
                <a:gd name="connsiteX21" fmla="*/ 90631 w 190274"/>
                <a:gd name="connsiteY21" fmla="*/ 42737 h 195031"/>
                <a:gd name="connsiteX22" fmla="*/ 65996 w 190274"/>
                <a:gd name="connsiteY22" fmla="*/ 51232 h 195031"/>
                <a:gd name="connsiteX23" fmla="*/ 53595 w 190274"/>
                <a:gd name="connsiteY23" fmla="*/ 75356 h 195031"/>
                <a:gd name="connsiteX24" fmla="*/ 126307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5768" y="90645"/>
                  </a:moveTo>
                  <a:cubicBezTo>
                    <a:pt x="185768" y="96083"/>
                    <a:pt x="185428" y="101746"/>
                    <a:pt x="184749" y="107635"/>
                  </a:cubicBezTo>
                  <a:lnTo>
                    <a:pt x="53256" y="107635"/>
                  </a:lnTo>
                  <a:cubicBezTo>
                    <a:pt x="54161" y="119413"/>
                    <a:pt x="57954" y="128416"/>
                    <a:pt x="64637" y="134648"/>
                  </a:cubicBezTo>
                  <a:cubicBezTo>
                    <a:pt x="71319" y="140876"/>
                    <a:pt x="79532" y="143991"/>
                    <a:pt x="89272" y="143991"/>
                  </a:cubicBezTo>
                  <a:cubicBezTo>
                    <a:pt x="103767" y="143991"/>
                    <a:pt x="113847" y="137874"/>
                    <a:pt x="119510" y="125642"/>
                  </a:cubicBezTo>
                  <a:lnTo>
                    <a:pt x="181352" y="125642"/>
                  </a:lnTo>
                  <a:cubicBezTo>
                    <a:pt x="178180" y="138102"/>
                    <a:pt x="172460" y="149314"/>
                    <a:pt x="164190" y="159280"/>
                  </a:cubicBezTo>
                  <a:cubicBezTo>
                    <a:pt x="155923" y="169248"/>
                    <a:pt x="145561" y="177061"/>
                    <a:pt x="133101" y="182724"/>
                  </a:cubicBezTo>
                  <a:cubicBezTo>
                    <a:pt x="120644" y="188388"/>
                    <a:pt x="106713" y="191219"/>
                    <a:pt x="91310" y="191219"/>
                  </a:cubicBezTo>
                  <a:cubicBezTo>
                    <a:pt x="72735" y="191219"/>
                    <a:pt x="56199" y="187255"/>
                    <a:pt x="41703" y="179327"/>
                  </a:cubicBezTo>
                  <a:cubicBezTo>
                    <a:pt x="27205" y="171400"/>
                    <a:pt x="15878" y="160073"/>
                    <a:pt x="7725" y="145350"/>
                  </a:cubicBezTo>
                  <a:cubicBezTo>
                    <a:pt x="-430" y="130626"/>
                    <a:pt x="-4507" y="113410"/>
                    <a:pt x="-4507" y="93705"/>
                  </a:cubicBezTo>
                  <a:cubicBezTo>
                    <a:pt x="-4507" y="73997"/>
                    <a:pt x="-487" y="56781"/>
                    <a:pt x="7554" y="42057"/>
                  </a:cubicBezTo>
                  <a:cubicBezTo>
                    <a:pt x="15596" y="27334"/>
                    <a:pt x="26865" y="16009"/>
                    <a:pt x="41363" y="8080"/>
                  </a:cubicBezTo>
                  <a:cubicBezTo>
                    <a:pt x="55859" y="152"/>
                    <a:pt x="72507" y="-3812"/>
                    <a:pt x="91310" y="-3812"/>
                  </a:cubicBezTo>
                  <a:cubicBezTo>
                    <a:pt x="109657" y="-3812"/>
                    <a:pt x="125967" y="38"/>
                    <a:pt x="140237" y="7740"/>
                  </a:cubicBezTo>
                  <a:cubicBezTo>
                    <a:pt x="154508" y="15442"/>
                    <a:pt x="165663" y="26429"/>
                    <a:pt x="173705" y="40699"/>
                  </a:cubicBezTo>
                  <a:cubicBezTo>
                    <a:pt x="181746" y="54969"/>
                    <a:pt x="185768" y="71619"/>
                    <a:pt x="185768" y="90645"/>
                  </a:cubicBezTo>
                  <a:close/>
                  <a:moveTo>
                    <a:pt x="126307" y="75356"/>
                  </a:moveTo>
                  <a:cubicBezTo>
                    <a:pt x="126307" y="65388"/>
                    <a:pt x="122908" y="57461"/>
                    <a:pt x="116113" y="51572"/>
                  </a:cubicBezTo>
                  <a:cubicBezTo>
                    <a:pt x="109317" y="45683"/>
                    <a:pt x="100824" y="42737"/>
                    <a:pt x="90631" y="42737"/>
                  </a:cubicBezTo>
                  <a:cubicBezTo>
                    <a:pt x="80891" y="42737"/>
                    <a:pt x="72678" y="45569"/>
                    <a:pt x="65996" y="51232"/>
                  </a:cubicBezTo>
                  <a:cubicBezTo>
                    <a:pt x="59313" y="56895"/>
                    <a:pt x="55180" y="64937"/>
                    <a:pt x="53595" y="75356"/>
                  </a:cubicBezTo>
                  <a:lnTo>
                    <a:pt x="126307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ADAD630-A3FF-3603-80F4-E8F0B409D35B}"/>
                </a:ext>
              </a:extLst>
            </p:cNvPr>
            <p:cNvSpPr/>
            <p:nvPr/>
          </p:nvSpPr>
          <p:spPr>
            <a:xfrm>
              <a:off x="-811866" y="968459"/>
              <a:ext cx="190274" cy="195031"/>
            </a:xfrm>
            <a:custGeom>
              <a:avLst/>
              <a:gdLst>
                <a:gd name="connsiteX0" fmla="*/ 184949 w 190274"/>
                <a:gd name="connsiteY0" fmla="*/ 90645 h 195031"/>
                <a:gd name="connsiteX1" fmla="*/ 183929 w 190274"/>
                <a:gd name="connsiteY1" fmla="*/ 107635 h 195031"/>
                <a:gd name="connsiteX2" fmla="*/ 52437 w 190274"/>
                <a:gd name="connsiteY2" fmla="*/ 107635 h 195031"/>
                <a:gd name="connsiteX3" fmla="*/ 63818 w 190274"/>
                <a:gd name="connsiteY3" fmla="*/ 134648 h 195031"/>
                <a:gd name="connsiteX4" fmla="*/ 88453 w 190274"/>
                <a:gd name="connsiteY4" fmla="*/ 143991 h 195031"/>
                <a:gd name="connsiteX5" fmla="*/ 118691 w 190274"/>
                <a:gd name="connsiteY5" fmla="*/ 125642 h 195031"/>
                <a:gd name="connsiteX6" fmla="*/ 180533 w 190274"/>
                <a:gd name="connsiteY6" fmla="*/ 125642 h 195031"/>
                <a:gd name="connsiteX7" fmla="*/ 163374 w 190274"/>
                <a:gd name="connsiteY7" fmla="*/ 159280 h 195031"/>
                <a:gd name="connsiteX8" fmla="*/ 132285 w 190274"/>
                <a:gd name="connsiteY8" fmla="*/ 182724 h 195031"/>
                <a:gd name="connsiteX9" fmla="*/ 90491 w 190274"/>
                <a:gd name="connsiteY9" fmla="*/ 191219 h 195031"/>
                <a:gd name="connsiteX10" fmla="*/ 40884 w 190274"/>
                <a:gd name="connsiteY10" fmla="*/ 179327 h 195031"/>
                <a:gd name="connsiteX11" fmla="*/ 6906 w 190274"/>
                <a:gd name="connsiteY11" fmla="*/ 145350 h 195031"/>
                <a:gd name="connsiteX12" fmla="*/ -5326 w 190274"/>
                <a:gd name="connsiteY12" fmla="*/ 93705 h 195031"/>
                <a:gd name="connsiteX13" fmla="*/ 6735 w 190274"/>
                <a:gd name="connsiteY13" fmla="*/ 42057 h 195031"/>
                <a:gd name="connsiteX14" fmla="*/ 40544 w 190274"/>
                <a:gd name="connsiteY14" fmla="*/ 8080 h 195031"/>
                <a:gd name="connsiteX15" fmla="*/ 90491 w 190274"/>
                <a:gd name="connsiteY15" fmla="*/ -3812 h 195031"/>
                <a:gd name="connsiteX16" fmla="*/ 139418 w 190274"/>
                <a:gd name="connsiteY16" fmla="*/ 7740 h 195031"/>
                <a:gd name="connsiteX17" fmla="*/ 172885 w 190274"/>
                <a:gd name="connsiteY17" fmla="*/ 40699 h 195031"/>
                <a:gd name="connsiteX18" fmla="*/ 184949 w 190274"/>
                <a:gd name="connsiteY18" fmla="*/ 90645 h 195031"/>
                <a:gd name="connsiteX19" fmla="*/ 125488 w 190274"/>
                <a:gd name="connsiteY19" fmla="*/ 75356 h 195031"/>
                <a:gd name="connsiteX20" fmla="*/ 115294 w 190274"/>
                <a:gd name="connsiteY20" fmla="*/ 51572 h 195031"/>
                <a:gd name="connsiteX21" fmla="*/ 89811 w 190274"/>
                <a:gd name="connsiteY21" fmla="*/ 42737 h 195031"/>
                <a:gd name="connsiteX22" fmla="*/ 65177 w 190274"/>
                <a:gd name="connsiteY22" fmla="*/ 51232 h 195031"/>
                <a:gd name="connsiteX23" fmla="*/ 52776 w 190274"/>
                <a:gd name="connsiteY23" fmla="*/ 75356 h 195031"/>
                <a:gd name="connsiteX24" fmla="*/ 12548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4949" y="90645"/>
                  </a:moveTo>
                  <a:cubicBezTo>
                    <a:pt x="184949" y="96083"/>
                    <a:pt x="184609" y="101746"/>
                    <a:pt x="183929" y="107635"/>
                  </a:cubicBezTo>
                  <a:lnTo>
                    <a:pt x="52437" y="107635"/>
                  </a:lnTo>
                  <a:cubicBezTo>
                    <a:pt x="53342" y="119413"/>
                    <a:pt x="57135" y="128416"/>
                    <a:pt x="63818" y="134648"/>
                  </a:cubicBezTo>
                  <a:cubicBezTo>
                    <a:pt x="70500" y="140876"/>
                    <a:pt x="78713" y="143991"/>
                    <a:pt x="88453" y="143991"/>
                  </a:cubicBezTo>
                  <a:cubicBezTo>
                    <a:pt x="102948" y="143991"/>
                    <a:pt x="113030" y="137874"/>
                    <a:pt x="118691" y="125642"/>
                  </a:cubicBezTo>
                  <a:lnTo>
                    <a:pt x="180533" y="125642"/>
                  </a:lnTo>
                  <a:cubicBezTo>
                    <a:pt x="177361" y="138102"/>
                    <a:pt x="171641" y="149314"/>
                    <a:pt x="163374" y="159280"/>
                  </a:cubicBezTo>
                  <a:cubicBezTo>
                    <a:pt x="155104" y="169248"/>
                    <a:pt x="144742" y="177061"/>
                    <a:pt x="132285" y="182724"/>
                  </a:cubicBezTo>
                  <a:cubicBezTo>
                    <a:pt x="119825" y="188388"/>
                    <a:pt x="105894" y="191219"/>
                    <a:pt x="90491" y="191219"/>
                  </a:cubicBezTo>
                  <a:cubicBezTo>
                    <a:pt x="71916" y="191219"/>
                    <a:pt x="55380" y="187255"/>
                    <a:pt x="40884" y="179327"/>
                  </a:cubicBezTo>
                  <a:cubicBezTo>
                    <a:pt x="26386" y="171400"/>
                    <a:pt x="15062" y="160073"/>
                    <a:pt x="6906" y="145350"/>
                  </a:cubicBezTo>
                  <a:cubicBezTo>
                    <a:pt x="-1249" y="130626"/>
                    <a:pt x="-5326" y="113410"/>
                    <a:pt x="-5326" y="93705"/>
                  </a:cubicBezTo>
                  <a:cubicBezTo>
                    <a:pt x="-5326" y="73997"/>
                    <a:pt x="-1306" y="56781"/>
                    <a:pt x="6735" y="42057"/>
                  </a:cubicBezTo>
                  <a:cubicBezTo>
                    <a:pt x="14776" y="27334"/>
                    <a:pt x="26046" y="16009"/>
                    <a:pt x="40544" y="8080"/>
                  </a:cubicBezTo>
                  <a:cubicBezTo>
                    <a:pt x="55040" y="152"/>
                    <a:pt x="71691" y="-3812"/>
                    <a:pt x="90491" y="-3812"/>
                  </a:cubicBezTo>
                  <a:cubicBezTo>
                    <a:pt x="108840" y="-3812"/>
                    <a:pt x="125148" y="38"/>
                    <a:pt x="139418" y="7740"/>
                  </a:cubicBezTo>
                  <a:cubicBezTo>
                    <a:pt x="153688" y="15442"/>
                    <a:pt x="164847" y="26429"/>
                    <a:pt x="172885" y="40699"/>
                  </a:cubicBezTo>
                  <a:cubicBezTo>
                    <a:pt x="180929" y="54969"/>
                    <a:pt x="184949" y="71619"/>
                    <a:pt x="184949" y="90645"/>
                  </a:cubicBezTo>
                  <a:close/>
                  <a:moveTo>
                    <a:pt x="125488" y="75356"/>
                  </a:moveTo>
                  <a:cubicBezTo>
                    <a:pt x="125488" y="65388"/>
                    <a:pt x="122091" y="57461"/>
                    <a:pt x="115294" y="51572"/>
                  </a:cubicBezTo>
                  <a:cubicBezTo>
                    <a:pt x="108498" y="45683"/>
                    <a:pt x="100005" y="42737"/>
                    <a:pt x="89811" y="42737"/>
                  </a:cubicBezTo>
                  <a:cubicBezTo>
                    <a:pt x="80072" y="42737"/>
                    <a:pt x="71859" y="45569"/>
                    <a:pt x="65177" y="51232"/>
                  </a:cubicBezTo>
                  <a:cubicBezTo>
                    <a:pt x="58494" y="56895"/>
                    <a:pt x="54361" y="64937"/>
                    <a:pt x="52776" y="75356"/>
                  </a:cubicBezTo>
                  <a:lnTo>
                    <a:pt x="12548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30B72AE-CD0F-686E-8575-F89FF38BD87F}"/>
                </a:ext>
              </a:extLst>
            </p:cNvPr>
            <p:cNvSpPr/>
            <p:nvPr/>
          </p:nvSpPr>
          <p:spPr>
            <a:xfrm>
              <a:off x="-557402" y="969138"/>
              <a:ext cx="188575" cy="191634"/>
            </a:xfrm>
            <a:custGeom>
              <a:avLst/>
              <a:gdLst>
                <a:gd name="connsiteX0" fmla="*/ 109342 w 188575"/>
                <a:gd name="connsiteY0" fmla="*/ -3809 h 191634"/>
                <a:gd name="connsiteX1" fmla="*/ 162517 w 188575"/>
                <a:gd name="connsiteY1" fmla="*/ 17769 h 191634"/>
                <a:gd name="connsiteX2" fmla="*/ 182393 w 188575"/>
                <a:gd name="connsiteY2" fmla="*/ 77058 h 191634"/>
                <a:gd name="connsiteX3" fmla="*/ 182393 w 188575"/>
                <a:gd name="connsiteY3" fmla="*/ 187826 h 191634"/>
                <a:gd name="connsiteX4" fmla="*/ 124631 w 188575"/>
                <a:gd name="connsiteY4" fmla="*/ 187826 h 191634"/>
                <a:gd name="connsiteX5" fmla="*/ 124631 w 188575"/>
                <a:gd name="connsiteY5" fmla="*/ 84874 h 191634"/>
                <a:gd name="connsiteX6" fmla="*/ 114777 w 188575"/>
                <a:gd name="connsiteY6" fmla="*/ 55312 h 191634"/>
                <a:gd name="connsiteX7" fmla="*/ 88275 w 188575"/>
                <a:gd name="connsiteY7" fmla="*/ 44781 h 191634"/>
                <a:gd name="connsiteX8" fmla="*/ 61773 w 188575"/>
                <a:gd name="connsiteY8" fmla="*/ 55312 h 191634"/>
                <a:gd name="connsiteX9" fmla="*/ 51919 w 188575"/>
                <a:gd name="connsiteY9" fmla="*/ 84874 h 191634"/>
                <a:gd name="connsiteX10" fmla="*/ 51919 w 188575"/>
                <a:gd name="connsiteY10" fmla="*/ 187826 h 191634"/>
                <a:gd name="connsiteX11" fmla="*/ -6183 w 188575"/>
                <a:gd name="connsiteY11" fmla="*/ 187826 h 191634"/>
                <a:gd name="connsiteX12" fmla="*/ -6183 w 188575"/>
                <a:gd name="connsiteY12" fmla="*/ -1768 h 191634"/>
                <a:gd name="connsiteX13" fmla="*/ 51919 w 188575"/>
                <a:gd name="connsiteY13" fmla="*/ -1768 h 191634"/>
                <a:gd name="connsiteX14" fmla="*/ 51919 w 188575"/>
                <a:gd name="connsiteY14" fmla="*/ 23375 h 191634"/>
                <a:gd name="connsiteX15" fmla="*/ 75704 w 188575"/>
                <a:gd name="connsiteY15" fmla="*/ 3496 h 191634"/>
                <a:gd name="connsiteX16" fmla="*/ 109342 w 188575"/>
                <a:gd name="connsiteY16" fmla="*/ -380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8575" h="191634">
                  <a:moveTo>
                    <a:pt x="109342" y="-3809"/>
                  </a:moveTo>
                  <a:cubicBezTo>
                    <a:pt x="131539" y="-3809"/>
                    <a:pt x="149266" y="3384"/>
                    <a:pt x="162517" y="17769"/>
                  </a:cubicBezTo>
                  <a:cubicBezTo>
                    <a:pt x="175768" y="32153"/>
                    <a:pt x="182393" y="51915"/>
                    <a:pt x="182393" y="77058"/>
                  </a:cubicBezTo>
                  <a:lnTo>
                    <a:pt x="182393" y="187826"/>
                  </a:lnTo>
                  <a:lnTo>
                    <a:pt x="124631" y="187826"/>
                  </a:lnTo>
                  <a:lnTo>
                    <a:pt x="124631" y="84874"/>
                  </a:lnTo>
                  <a:cubicBezTo>
                    <a:pt x="124631" y="72188"/>
                    <a:pt x="121346" y="62334"/>
                    <a:pt x="114777" y="55312"/>
                  </a:cubicBezTo>
                  <a:cubicBezTo>
                    <a:pt x="108209" y="48290"/>
                    <a:pt x="99374" y="44781"/>
                    <a:pt x="88275" y="44781"/>
                  </a:cubicBezTo>
                  <a:cubicBezTo>
                    <a:pt x="77177" y="44781"/>
                    <a:pt x="68342" y="48290"/>
                    <a:pt x="61773" y="55312"/>
                  </a:cubicBezTo>
                  <a:cubicBezTo>
                    <a:pt x="55205" y="62334"/>
                    <a:pt x="51919" y="72188"/>
                    <a:pt x="51919" y="84874"/>
                  </a:cubicBezTo>
                  <a:lnTo>
                    <a:pt x="51919" y="187826"/>
                  </a:lnTo>
                  <a:lnTo>
                    <a:pt x="-6183" y="187826"/>
                  </a:lnTo>
                  <a:lnTo>
                    <a:pt x="-6183" y="-1768"/>
                  </a:lnTo>
                  <a:lnTo>
                    <a:pt x="51919" y="-1768"/>
                  </a:lnTo>
                  <a:lnTo>
                    <a:pt x="51919" y="23375"/>
                  </a:lnTo>
                  <a:cubicBezTo>
                    <a:pt x="57809" y="14994"/>
                    <a:pt x="65738" y="8368"/>
                    <a:pt x="75704" y="3496"/>
                  </a:cubicBezTo>
                  <a:cubicBezTo>
                    <a:pt x="85672" y="-1374"/>
                    <a:pt x="96882" y="-3809"/>
                    <a:pt x="109342" y="-380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F863207-2526-54D0-61C5-93BD8CB2804B}"/>
                </a:ext>
              </a:extLst>
            </p:cNvPr>
            <p:cNvSpPr/>
            <p:nvPr/>
          </p:nvSpPr>
          <p:spPr>
            <a:xfrm>
              <a:off x="-1779782" y="1215889"/>
              <a:ext cx="113261" cy="152576"/>
            </a:xfrm>
            <a:custGeom>
              <a:avLst/>
              <a:gdLst>
                <a:gd name="connsiteX0" fmla="*/ -1260 w 113261"/>
                <a:gd name="connsiteY0" fmla="*/ 90952 h 152576"/>
                <a:gd name="connsiteX1" fmla="*/ 5666 w 113261"/>
                <a:gd name="connsiteY1" fmla="*/ 60905 h 152576"/>
                <a:gd name="connsiteX2" fmla="*/ 24713 w 113261"/>
                <a:gd name="connsiteY2" fmla="*/ 40840 h 152576"/>
                <a:gd name="connsiteX3" fmla="*/ 51909 w 113261"/>
                <a:gd name="connsiteY3" fmla="*/ 33711 h 152576"/>
                <a:gd name="connsiteX4" fmla="*/ 76149 w 113261"/>
                <a:gd name="connsiteY4" fmla="*/ 39719 h 152576"/>
                <a:gd name="connsiteX5" fmla="*/ 93260 w 113261"/>
                <a:gd name="connsiteY5" fmla="*/ 55507 h 152576"/>
                <a:gd name="connsiteX6" fmla="*/ 93260 w 113261"/>
                <a:gd name="connsiteY6" fmla="*/ -3569 h 152576"/>
                <a:gd name="connsiteX7" fmla="*/ 112002 w 113261"/>
                <a:gd name="connsiteY7" fmla="*/ -3569 h 152576"/>
                <a:gd name="connsiteX8" fmla="*/ 112002 w 113261"/>
                <a:gd name="connsiteY8" fmla="*/ 147175 h 152576"/>
                <a:gd name="connsiteX9" fmla="*/ 93260 w 113261"/>
                <a:gd name="connsiteY9" fmla="*/ 147175 h 152576"/>
                <a:gd name="connsiteX10" fmla="*/ 93260 w 113261"/>
                <a:gd name="connsiteY10" fmla="*/ 126193 h 152576"/>
                <a:gd name="connsiteX11" fmla="*/ 76964 w 113261"/>
                <a:gd name="connsiteY11" fmla="*/ 142592 h 152576"/>
                <a:gd name="connsiteX12" fmla="*/ 51705 w 113261"/>
                <a:gd name="connsiteY12" fmla="*/ 149008 h 152576"/>
                <a:gd name="connsiteX13" fmla="*/ 24713 w 113261"/>
                <a:gd name="connsiteY13" fmla="*/ 141675 h 152576"/>
                <a:gd name="connsiteX14" fmla="*/ 5666 w 113261"/>
                <a:gd name="connsiteY14" fmla="*/ 121100 h 152576"/>
                <a:gd name="connsiteX15" fmla="*/ -1260 w 113261"/>
                <a:gd name="connsiteY15" fmla="*/ 90952 h 152576"/>
                <a:gd name="connsiteX16" fmla="*/ 93260 w 113261"/>
                <a:gd name="connsiteY16" fmla="*/ 91156 h 152576"/>
                <a:gd name="connsiteX17" fmla="*/ 88169 w 113261"/>
                <a:gd name="connsiteY17" fmla="*/ 69155 h 152576"/>
                <a:gd name="connsiteX18" fmla="*/ 74417 w 113261"/>
                <a:gd name="connsiteY18" fmla="*/ 54793 h 152576"/>
                <a:gd name="connsiteX19" fmla="*/ 55371 w 113261"/>
                <a:gd name="connsiteY19" fmla="*/ 49803 h 152576"/>
                <a:gd name="connsiteX20" fmla="*/ 36426 w 113261"/>
                <a:gd name="connsiteY20" fmla="*/ 54692 h 152576"/>
                <a:gd name="connsiteX21" fmla="*/ 22777 w 113261"/>
                <a:gd name="connsiteY21" fmla="*/ 68952 h 152576"/>
                <a:gd name="connsiteX22" fmla="*/ 17686 w 113261"/>
                <a:gd name="connsiteY22" fmla="*/ 90952 h 152576"/>
                <a:gd name="connsiteX23" fmla="*/ 22777 w 113261"/>
                <a:gd name="connsiteY23" fmla="*/ 113257 h 152576"/>
                <a:gd name="connsiteX24" fmla="*/ 36426 w 113261"/>
                <a:gd name="connsiteY24" fmla="*/ 127720 h 152576"/>
                <a:gd name="connsiteX25" fmla="*/ 55371 w 113261"/>
                <a:gd name="connsiteY25" fmla="*/ 132712 h 152576"/>
                <a:gd name="connsiteX26" fmla="*/ 74417 w 113261"/>
                <a:gd name="connsiteY26" fmla="*/ 127720 h 152576"/>
                <a:gd name="connsiteX27" fmla="*/ 88169 w 113261"/>
                <a:gd name="connsiteY27" fmla="*/ 113257 h 152576"/>
                <a:gd name="connsiteX28" fmla="*/ 93260 w 113261"/>
                <a:gd name="connsiteY28" fmla="*/ 91156 h 152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3261" h="152576">
                  <a:moveTo>
                    <a:pt x="-1260" y="90952"/>
                  </a:moveTo>
                  <a:cubicBezTo>
                    <a:pt x="-1260" y="79544"/>
                    <a:pt x="1049" y="69529"/>
                    <a:pt x="5666" y="60905"/>
                  </a:cubicBezTo>
                  <a:cubicBezTo>
                    <a:pt x="10284" y="52281"/>
                    <a:pt x="16633" y="45593"/>
                    <a:pt x="24713" y="40840"/>
                  </a:cubicBezTo>
                  <a:cubicBezTo>
                    <a:pt x="32794" y="36086"/>
                    <a:pt x="41859" y="33711"/>
                    <a:pt x="51909" y="33711"/>
                  </a:cubicBezTo>
                  <a:cubicBezTo>
                    <a:pt x="60599" y="33711"/>
                    <a:pt x="68681" y="35713"/>
                    <a:pt x="76149" y="39719"/>
                  </a:cubicBezTo>
                  <a:cubicBezTo>
                    <a:pt x="83618" y="43726"/>
                    <a:pt x="89322" y="48988"/>
                    <a:pt x="93260" y="55507"/>
                  </a:cubicBezTo>
                  <a:lnTo>
                    <a:pt x="93260" y="-3569"/>
                  </a:lnTo>
                  <a:lnTo>
                    <a:pt x="112002" y="-3569"/>
                  </a:lnTo>
                  <a:lnTo>
                    <a:pt x="112002" y="147175"/>
                  </a:lnTo>
                  <a:lnTo>
                    <a:pt x="93260" y="147175"/>
                  </a:lnTo>
                  <a:lnTo>
                    <a:pt x="93260" y="126193"/>
                  </a:lnTo>
                  <a:cubicBezTo>
                    <a:pt x="89594" y="132847"/>
                    <a:pt x="84162" y="138313"/>
                    <a:pt x="76964" y="142592"/>
                  </a:cubicBezTo>
                  <a:cubicBezTo>
                    <a:pt x="69767" y="146869"/>
                    <a:pt x="61347" y="149008"/>
                    <a:pt x="51705" y="149008"/>
                  </a:cubicBezTo>
                  <a:cubicBezTo>
                    <a:pt x="41791" y="149008"/>
                    <a:pt x="32794" y="146564"/>
                    <a:pt x="24713" y="141675"/>
                  </a:cubicBezTo>
                  <a:cubicBezTo>
                    <a:pt x="16633" y="136785"/>
                    <a:pt x="10284" y="129928"/>
                    <a:pt x="5666" y="121100"/>
                  </a:cubicBezTo>
                  <a:cubicBezTo>
                    <a:pt x="1049" y="112273"/>
                    <a:pt x="-1260" y="102223"/>
                    <a:pt x="-1260" y="90952"/>
                  </a:cubicBezTo>
                  <a:close/>
                  <a:moveTo>
                    <a:pt x="93260" y="91156"/>
                  </a:moveTo>
                  <a:cubicBezTo>
                    <a:pt x="93260" y="82736"/>
                    <a:pt x="91564" y="75402"/>
                    <a:pt x="88169" y="69155"/>
                  </a:cubicBezTo>
                  <a:cubicBezTo>
                    <a:pt x="84773" y="62907"/>
                    <a:pt x="80190" y="58120"/>
                    <a:pt x="74417" y="54793"/>
                  </a:cubicBezTo>
                  <a:cubicBezTo>
                    <a:pt x="68646" y="51466"/>
                    <a:pt x="62297" y="49803"/>
                    <a:pt x="55371" y="49803"/>
                  </a:cubicBezTo>
                  <a:cubicBezTo>
                    <a:pt x="48445" y="49803"/>
                    <a:pt x="42130" y="51432"/>
                    <a:pt x="36426" y="54692"/>
                  </a:cubicBezTo>
                  <a:cubicBezTo>
                    <a:pt x="30723" y="57951"/>
                    <a:pt x="26173" y="62704"/>
                    <a:pt x="22777" y="68952"/>
                  </a:cubicBezTo>
                  <a:cubicBezTo>
                    <a:pt x="19383" y="75198"/>
                    <a:pt x="17686" y="82532"/>
                    <a:pt x="17686" y="90952"/>
                  </a:cubicBezTo>
                  <a:cubicBezTo>
                    <a:pt x="17686" y="99507"/>
                    <a:pt x="19383" y="106943"/>
                    <a:pt x="22777" y="113257"/>
                  </a:cubicBezTo>
                  <a:cubicBezTo>
                    <a:pt x="26173" y="119572"/>
                    <a:pt x="30723" y="124393"/>
                    <a:pt x="36426" y="127720"/>
                  </a:cubicBezTo>
                  <a:cubicBezTo>
                    <a:pt x="42130" y="131048"/>
                    <a:pt x="48445" y="132712"/>
                    <a:pt x="55371" y="132712"/>
                  </a:cubicBezTo>
                  <a:cubicBezTo>
                    <a:pt x="62297" y="132712"/>
                    <a:pt x="68646" y="131048"/>
                    <a:pt x="74417" y="127720"/>
                  </a:cubicBezTo>
                  <a:cubicBezTo>
                    <a:pt x="80190" y="124393"/>
                    <a:pt x="84773" y="119572"/>
                    <a:pt x="88169" y="113257"/>
                  </a:cubicBezTo>
                  <a:cubicBezTo>
                    <a:pt x="91564" y="106943"/>
                    <a:pt x="93260" y="99576"/>
                    <a:pt x="93260" y="91156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AD72AAB-9F61-C5DD-80A8-7ABB36488513}"/>
                </a:ext>
              </a:extLst>
            </p:cNvPr>
            <p:cNvSpPr/>
            <p:nvPr/>
          </p:nvSpPr>
          <p:spPr>
            <a:xfrm>
              <a:off x="-1419642" y="1211612"/>
              <a:ext cx="24851" cy="155020"/>
            </a:xfrm>
            <a:custGeom>
              <a:avLst/>
              <a:gdLst>
                <a:gd name="connsiteX0" fmla="*/ 9640 w 24851"/>
                <a:gd name="connsiteY0" fmla="*/ 21709 h 155020"/>
                <a:gd name="connsiteX1" fmla="*/ 677 w 24851"/>
                <a:gd name="connsiteY1" fmla="*/ 18043 h 155020"/>
                <a:gd name="connsiteX2" fmla="*/ -2988 w 24851"/>
                <a:gd name="connsiteY2" fmla="*/ 9079 h 155020"/>
                <a:gd name="connsiteX3" fmla="*/ 677 w 24851"/>
                <a:gd name="connsiteY3" fmla="*/ 116 h 155020"/>
                <a:gd name="connsiteX4" fmla="*/ 9640 w 24851"/>
                <a:gd name="connsiteY4" fmla="*/ -3550 h 155020"/>
                <a:gd name="connsiteX5" fmla="*/ 18298 w 24851"/>
                <a:gd name="connsiteY5" fmla="*/ 116 h 155020"/>
                <a:gd name="connsiteX6" fmla="*/ 21863 w 24851"/>
                <a:gd name="connsiteY6" fmla="*/ 9079 h 155020"/>
                <a:gd name="connsiteX7" fmla="*/ 18298 w 24851"/>
                <a:gd name="connsiteY7" fmla="*/ 18043 h 155020"/>
                <a:gd name="connsiteX8" fmla="*/ 9640 w 24851"/>
                <a:gd name="connsiteY8" fmla="*/ 21709 h 155020"/>
                <a:gd name="connsiteX9" fmla="*/ 18604 w 24851"/>
                <a:gd name="connsiteY9" fmla="*/ 39839 h 155020"/>
                <a:gd name="connsiteX10" fmla="*/ 18604 w 24851"/>
                <a:gd name="connsiteY10" fmla="*/ 151471 h 155020"/>
                <a:gd name="connsiteX11" fmla="*/ 66 w 24851"/>
                <a:gd name="connsiteY11" fmla="*/ 151471 h 155020"/>
                <a:gd name="connsiteX12" fmla="*/ 66 w 24851"/>
                <a:gd name="connsiteY12" fmla="*/ 39839 h 155020"/>
                <a:gd name="connsiteX13" fmla="*/ 18604 w 24851"/>
                <a:gd name="connsiteY13" fmla="*/ 39839 h 15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51" h="155020">
                  <a:moveTo>
                    <a:pt x="9640" y="21709"/>
                  </a:moveTo>
                  <a:cubicBezTo>
                    <a:pt x="6110" y="21709"/>
                    <a:pt x="3123" y="20487"/>
                    <a:pt x="677" y="18043"/>
                  </a:cubicBezTo>
                  <a:cubicBezTo>
                    <a:pt x="-1766" y="15597"/>
                    <a:pt x="-2988" y="12611"/>
                    <a:pt x="-2988" y="9079"/>
                  </a:cubicBezTo>
                  <a:cubicBezTo>
                    <a:pt x="-2988" y="5548"/>
                    <a:pt x="-1766" y="2561"/>
                    <a:pt x="677" y="116"/>
                  </a:cubicBezTo>
                  <a:cubicBezTo>
                    <a:pt x="3123" y="-2328"/>
                    <a:pt x="6110" y="-3550"/>
                    <a:pt x="9640" y="-3550"/>
                  </a:cubicBezTo>
                  <a:cubicBezTo>
                    <a:pt x="13036" y="-3550"/>
                    <a:pt x="15923" y="-2328"/>
                    <a:pt x="18298" y="116"/>
                  </a:cubicBezTo>
                  <a:cubicBezTo>
                    <a:pt x="20675" y="2561"/>
                    <a:pt x="21863" y="5548"/>
                    <a:pt x="21863" y="9079"/>
                  </a:cubicBezTo>
                  <a:cubicBezTo>
                    <a:pt x="21863" y="12611"/>
                    <a:pt x="20675" y="15597"/>
                    <a:pt x="18298" y="18043"/>
                  </a:cubicBezTo>
                  <a:cubicBezTo>
                    <a:pt x="15923" y="20487"/>
                    <a:pt x="13036" y="21709"/>
                    <a:pt x="9640" y="21709"/>
                  </a:cubicBezTo>
                  <a:close/>
                  <a:moveTo>
                    <a:pt x="18604" y="39839"/>
                  </a:moveTo>
                  <a:lnTo>
                    <a:pt x="18604" y="151471"/>
                  </a:lnTo>
                  <a:lnTo>
                    <a:pt x="66" y="151471"/>
                  </a:lnTo>
                  <a:lnTo>
                    <a:pt x="66" y="39839"/>
                  </a:lnTo>
                  <a:lnTo>
                    <a:pt x="18604" y="39839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F3E8DD4-F153-2132-337C-32DC8A15EEBF}"/>
                </a:ext>
              </a:extLst>
            </p:cNvPr>
            <p:cNvSpPr/>
            <p:nvPr/>
          </p:nvSpPr>
          <p:spPr>
            <a:xfrm>
              <a:off x="-1323560" y="1253169"/>
              <a:ext cx="86373" cy="115297"/>
            </a:xfrm>
            <a:custGeom>
              <a:avLst/>
              <a:gdLst>
                <a:gd name="connsiteX0" fmla="*/ 41950 w 86373"/>
                <a:gd name="connsiteY0" fmla="*/ 111614 h 115297"/>
                <a:gd name="connsiteX1" fmla="*/ 18931 w 86373"/>
                <a:gd name="connsiteY1" fmla="*/ 107234 h 115297"/>
                <a:gd name="connsiteX2" fmla="*/ 2837 w 86373"/>
                <a:gd name="connsiteY2" fmla="*/ 95011 h 115297"/>
                <a:gd name="connsiteX3" fmla="*/ -3682 w 86373"/>
                <a:gd name="connsiteY3" fmla="*/ 76983 h 115297"/>
                <a:gd name="connsiteX4" fmla="*/ 15467 w 86373"/>
                <a:gd name="connsiteY4" fmla="*/ 76983 h 115297"/>
                <a:gd name="connsiteX5" fmla="*/ 23311 w 86373"/>
                <a:gd name="connsiteY5" fmla="*/ 90632 h 115297"/>
                <a:gd name="connsiteX6" fmla="*/ 41746 w 86373"/>
                <a:gd name="connsiteY6" fmla="*/ 95928 h 115297"/>
                <a:gd name="connsiteX7" fmla="*/ 58449 w 86373"/>
                <a:gd name="connsiteY7" fmla="*/ 91243 h 115297"/>
                <a:gd name="connsiteX8" fmla="*/ 64561 w 86373"/>
                <a:gd name="connsiteY8" fmla="*/ 79427 h 115297"/>
                <a:gd name="connsiteX9" fmla="*/ 58042 w 86373"/>
                <a:gd name="connsiteY9" fmla="*/ 68529 h 115297"/>
                <a:gd name="connsiteX10" fmla="*/ 37875 w 86373"/>
                <a:gd name="connsiteY10" fmla="*/ 61502 h 115297"/>
                <a:gd name="connsiteX11" fmla="*/ 17607 w 86373"/>
                <a:gd name="connsiteY11" fmla="*/ 54881 h 115297"/>
                <a:gd name="connsiteX12" fmla="*/ 4162 w 86373"/>
                <a:gd name="connsiteY12" fmla="*/ 44900 h 115297"/>
                <a:gd name="connsiteX13" fmla="*/ -1440 w 86373"/>
                <a:gd name="connsiteY13" fmla="*/ 27483 h 115297"/>
                <a:gd name="connsiteX14" fmla="*/ 3652 w 86373"/>
                <a:gd name="connsiteY14" fmla="*/ 11797 h 115297"/>
                <a:gd name="connsiteX15" fmla="*/ 18116 w 86373"/>
                <a:gd name="connsiteY15" fmla="*/ 492 h 115297"/>
                <a:gd name="connsiteX16" fmla="*/ 39506 w 86373"/>
                <a:gd name="connsiteY16" fmla="*/ -3684 h 115297"/>
                <a:gd name="connsiteX17" fmla="*/ 69450 w 86373"/>
                <a:gd name="connsiteY17" fmla="*/ 5686 h 115297"/>
                <a:gd name="connsiteX18" fmla="*/ 81672 w 86373"/>
                <a:gd name="connsiteY18" fmla="*/ 31354 h 115297"/>
                <a:gd name="connsiteX19" fmla="*/ 63135 w 86373"/>
                <a:gd name="connsiteY19" fmla="*/ 31354 h 115297"/>
                <a:gd name="connsiteX20" fmla="*/ 56107 w 86373"/>
                <a:gd name="connsiteY20" fmla="*/ 17298 h 115297"/>
                <a:gd name="connsiteX21" fmla="*/ 38893 w 86373"/>
                <a:gd name="connsiteY21" fmla="*/ 12001 h 115297"/>
                <a:gd name="connsiteX22" fmla="*/ 23004 w 86373"/>
                <a:gd name="connsiteY22" fmla="*/ 16278 h 115297"/>
                <a:gd name="connsiteX23" fmla="*/ 17097 w 86373"/>
                <a:gd name="connsiteY23" fmla="*/ 27483 h 115297"/>
                <a:gd name="connsiteX24" fmla="*/ 20661 w 86373"/>
                <a:gd name="connsiteY24" fmla="*/ 36548 h 115297"/>
                <a:gd name="connsiteX25" fmla="*/ 29626 w 86373"/>
                <a:gd name="connsiteY25" fmla="*/ 42252 h 115297"/>
                <a:gd name="connsiteX26" fmla="*/ 44597 w 86373"/>
                <a:gd name="connsiteY26" fmla="*/ 47039 h 115297"/>
                <a:gd name="connsiteX27" fmla="*/ 64154 w 86373"/>
                <a:gd name="connsiteY27" fmla="*/ 53455 h 115297"/>
                <a:gd name="connsiteX28" fmla="*/ 77089 w 86373"/>
                <a:gd name="connsiteY28" fmla="*/ 62927 h 115297"/>
                <a:gd name="connsiteX29" fmla="*/ 82692 w 86373"/>
                <a:gd name="connsiteY29" fmla="*/ 79427 h 115297"/>
                <a:gd name="connsiteX30" fmla="*/ 77598 w 86373"/>
                <a:gd name="connsiteY30" fmla="*/ 95928 h 115297"/>
                <a:gd name="connsiteX31" fmla="*/ 63236 w 86373"/>
                <a:gd name="connsiteY31" fmla="*/ 107438 h 115297"/>
                <a:gd name="connsiteX32" fmla="*/ 41950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41950" y="111614"/>
                  </a:moveTo>
                  <a:cubicBezTo>
                    <a:pt x="33394" y="111614"/>
                    <a:pt x="25720" y="110154"/>
                    <a:pt x="18931" y="107234"/>
                  </a:cubicBezTo>
                  <a:cubicBezTo>
                    <a:pt x="12140" y="104314"/>
                    <a:pt x="6775" y="100240"/>
                    <a:pt x="2837" y="95011"/>
                  </a:cubicBezTo>
                  <a:cubicBezTo>
                    <a:pt x="-1101" y="89783"/>
                    <a:pt x="-3274" y="83774"/>
                    <a:pt x="-3682" y="76983"/>
                  </a:cubicBezTo>
                  <a:lnTo>
                    <a:pt x="15467" y="76983"/>
                  </a:lnTo>
                  <a:cubicBezTo>
                    <a:pt x="16011" y="82552"/>
                    <a:pt x="18625" y="87101"/>
                    <a:pt x="23311" y="90632"/>
                  </a:cubicBezTo>
                  <a:cubicBezTo>
                    <a:pt x="27995" y="94162"/>
                    <a:pt x="34140" y="95928"/>
                    <a:pt x="41746" y="95928"/>
                  </a:cubicBezTo>
                  <a:cubicBezTo>
                    <a:pt x="48807" y="95928"/>
                    <a:pt x="54376" y="94366"/>
                    <a:pt x="58449" y="91243"/>
                  </a:cubicBezTo>
                  <a:cubicBezTo>
                    <a:pt x="62524" y="88119"/>
                    <a:pt x="64561" y="84181"/>
                    <a:pt x="64561" y="79427"/>
                  </a:cubicBezTo>
                  <a:cubicBezTo>
                    <a:pt x="64561" y="74539"/>
                    <a:pt x="62389" y="70906"/>
                    <a:pt x="58042" y="68529"/>
                  </a:cubicBezTo>
                  <a:cubicBezTo>
                    <a:pt x="53697" y="66153"/>
                    <a:pt x="46974" y="63811"/>
                    <a:pt x="37875" y="61502"/>
                  </a:cubicBezTo>
                  <a:cubicBezTo>
                    <a:pt x="29592" y="59328"/>
                    <a:pt x="22835" y="57122"/>
                    <a:pt x="17607" y="54881"/>
                  </a:cubicBezTo>
                  <a:cubicBezTo>
                    <a:pt x="12378" y="52640"/>
                    <a:pt x="7896" y="49313"/>
                    <a:pt x="4162" y="44900"/>
                  </a:cubicBezTo>
                  <a:cubicBezTo>
                    <a:pt x="427" y="40486"/>
                    <a:pt x="-1440" y="34681"/>
                    <a:pt x="-1440" y="27483"/>
                  </a:cubicBezTo>
                  <a:cubicBezTo>
                    <a:pt x="-1440" y="21778"/>
                    <a:pt x="258" y="16550"/>
                    <a:pt x="3652" y="11797"/>
                  </a:cubicBezTo>
                  <a:cubicBezTo>
                    <a:pt x="7047" y="7043"/>
                    <a:pt x="11868" y="3275"/>
                    <a:pt x="18116" y="492"/>
                  </a:cubicBezTo>
                  <a:cubicBezTo>
                    <a:pt x="24363" y="-2293"/>
                    <a:pt x="31493" y="-3684"/>
                    <a:pt x="39506" y="-3684"/>
                  </a:cubicBezTo>
                  <a:cubicBezTo>
                    <a:pt x="51864" y="-3684"/>
                    <a:pt x="61845" y="-561"/>
                    <a:pt x="69450" y="5686"/>
                  </a:cubicBezTo>
                  <a:cubicBezTo>
                    <a:pt x="77056" y="11933"/>
                    <a:pt x="81129" y="20488"/>
                    <a:pt x="81672" y="31354"/>
                  </a:cubicBezTo>
                  <a:lnTo>
                    <a:pt x="63135" y="31354"/>
                  </a:lnTo>
                  <a:cubicBezTo>
                    <a:pt x="62728" y="25513"/>
                    <a:pt x="60385" y="20829"/>
                    <a:pt x="56107" y="17298"/>
                  </a:cubicBezTo>
                  <a:cubicBezTo>
                    <a:pt x="51830" y="13766"/>
                    <a:pt x="46091" y="12001"/>
                    <a:pt x="38893" y="12001"/>
                  </a:cubicBezTo>
                  <a:cubicBezTo>
                    <a:pt x="32239" y="12001"/>
                    <a:pt x="26942" y="13427"/>
                    <a:pt x="23004" y="16278"/>
                  </a:cubicBezTo>
                  <a:cubicBezTo>
                    <a:pt x="19066" y="19131"/>
                    <a:pt x="17097" y="22865"/>
                    <a:pt x="17097" y="27483"/>
                  </a:cubicBezTo>
                  <a:cubicBezTo>
                    <a:pt x="17097" y="31150"/>
                    <a:pt x="18286" y="34171"/>
                    <a:pt x="20661" y="36548"/>
                  </a:cubicBezTo>
                  <a:cubicBezTo>
                    <a:pt x="23039" y="38923"/>
                    <a:pt x="26027" y="40825"/>
                    <a:pt x="29626" y="42252"/>
                  </a:cubicBezTo>
                  <a:cubicBezTo>
                    <a:pt x="33225" y="43678"/>
                    <a:pt x="38215" y="45273"/>
                    <a:pt x="44597" y="47039"/>
                  </a:cubicBezTo>
                  <a:cubicBezTo>
                    <a:pt x="52610" y="49211"/>
                    <a:pt x="59129" y="51350"/>
                    <a:pt x="64154" y="53455"/>
                  </a:cubicBezTo>
                  <a:cubicBezTo>
                    <a:pt x="69178" y="55560"/>
                    <a:pt x="73489" y="58717"/>
                    <a:pt x="77089" y="62927"/>
                  </a:cubicBezTo>
                  <a:cubicBezTo>
                    <a:pt x="80688" y="67138"/>
                    <a:pt x="82555" y="72638"/>
                    <a:pt x="82692" y="79427"/>
                  </a:cubicBezTo>
                  <a:cubicBezTo>
                    <a:pt x="82692" y="85539"/>
                    <a:pt x="80994" y="91039"/>
                    <a:pt x="77598" y="95928"/>
                  </a:cubicBezTo>
                  <a:cubicBezTo>
                    <a:pt x="74203" y="100816"/>
                    <a:pt x="69416" y="104653"/>
                    <a:pt x="63236" y="107438"/>
                  </a:cubicBezTo>
                  <a:cubicBezTo>
                    <a:pt x="57058" y="110222"/>
                    <a:pt x="49962" y="111614"/>
                    <a:pt x="41950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CB8A7EC-57DE-6448-D971-C3DCCF00449C}"/>
                </a:ext>
              </a:extLst>
            </p:cNvPr>
            <p:cNvSpPr/>
            <p:nvPr/>
          </p:nvSpPr>
          <p:spPr>
            <a:xfrm>
              <a:off x="-1164142" y="1253169"/>
              <a:ext cx="112855" cy="115297"/>
            </a:xfrm>
            <a:custGeom>
              <a:avLst/>
              <a:gdLst>
                <a:gd name="connsiteX0" fmla="*/ 50987 w 112855"/>
                <a:gd name="connsiteY0" fmla="*/ 111614 h 115297"/>
                <a:gd name="connsiteX1" fmla="*/ 22571 w 112855"/>
                <a:gd name="connsiteY1" fmla="*/ 104484 h 115297"/>
                <a:gd name="connsiteX2" fmla="*/ 2607 w 112855"/>
                <a:gd name="connsiteY2" fmla="*/ 84216 h 115297"/>
                <a:gd name="connsiteX3" fmla="*/ -4625 w 112855"/>
                <a:gd name="connsiteY3" fmla="*/ 53761 h 115297"/>
                <a:gd name="connsiteX4" fmla="*/ 2811 w 112855"/>
                <a:gd name="connsiteY4" fmla="*/ 23510 h 115297"/>
                <a:gd name="connsiteX5" fmla="*/ 23079 w 112855"/>
                <a:gd name="connsiteY5" fmla="*/ 3343 h 115297"/>
                <a:gd name="connsiteX6" fmla="*/ 51804 w 112855"/>
                <a:gd name="connsiteY6" fmla="*/ -3684 h 115297"/>
                <a:gd name="connsiteX7" fmla="*/ 80526 w 112855"/>
                <a:gd name="connsiteY7" fmla="*/ 3343 h 115297"/>
                <a:gd name="connsiteX8" fmla="*/ 100795 w 112855"/>
                <a:gd name="connsiteY8" fmla="*/ 23408 h 115297"/>
                <a:gd name="connsiteX9" fmla="*/ 108231 w 112855"/>
                <a:gd name="connsiteY9" fmla="*/ 53761 h 115297"/>
                <a:gd name="connsiteX10" fmla="*/ 100591 w 112855"/>
                <a:gd name="connsiteY10" fmla="*/ 84216 h 115297"/>
                <a:gd name="connsiteX11" fmla="*/ 79914 w 112855"/>
                <a:gd name="connsiteY11" fmla="*/ 104484 h 115297"/>
                <a:gd name="connsiteX12" fmla="*/ 50987 w 112855"/>
                <a:gd name="connsiteY12" fmla="*/ 111614 h 115297"/>
                <a:gd name="connsiteX13" fmla="*/ 50987 w 112855"/>
                <a:gd name="connsiteY13" fmla="*/ 95317 h 115297"/>
                <a:gd name="connsiteX14" fmla="*/ 69729 w 112855"/>
                <a:gd name="connsiteY14" fmla="*/ 90632 h 115297"/>
                <a:gd name="connsiteX15" fmla="*/ 83887 w 112855"/>
                <a:gd name="connsiteY15" fmla="*/ 76576 h 115297"/>
                <a:gd name="connsiteX16" fmla="*/ 89285 w 112855"/>
                <a:gd name="connsiteY16" fmla="*/ 53761 h 115297"/>
                <a:gd name="connsiteX17" fmla="*/ 83989 w 112855"/>
                <a:gd name="connsiteY17" fmla="*/ 30946 h 115297"/>
                <a:gd name="connsiteX18" fmla="*/ 70136 w 112855"/>
                <a:gd name="connsiteY18" fmla="*/ 16992 h 115297"/>
                <a:gd name="connsiteX19" fmla="*/ 51598 w 112855"/>
                <a:gd name="connsiteY19" fmla="*/ 12408 h 115297"/>
                <a:gd name="connsiteX20" fmla="*/ 32959 w 112855"/>
                <a:gd name="connsiteY20" fmla="*/ 16992 h 115297"/>
                <a:gd name="connsiteX21" fmla="*/ 19413 w 112855"/>
                <a:gd name="connsiteY21" fmla="*/ 30946 h 115297"/>
                <a:gd name="connsiteX22" fmla="*/ 14320 w 112855"/>
                <a:gd name="connsiteY22" fmla="*/ 53761 h 115297"/>
                <a:gd name="connsiteX23" fmla="*/ 19311 w 112855"/>
                <a:gd name="connsiteY23" fmla="*/ 76780 h 115297"/>
                <a:gd name="connsiteX24" fmla="*/ 32655 w 112855"/>
                <a:gd name="connsiteY24" fmla="*/ 90734 h 115297"/>
                <a:gd name="connsiteX25" fmla="*/ 50987 w 112855"/>
                <a:gd name="connsiteY25" fmla="*/ 95317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2855" h="115297">
                  <a:moveTo>
                    <a:pt x="50987" y="111614"/>
                  </a:moveTo>
                  <a:cubicBezTo>
                    <a:pt x="40531" y="111614"/>
                    <a:pt x="31058" y="109236"/>
                    <a:pt x="22571" y="104484"/>
                  </a:cubicBezTo>
                  <a:cubicBezTo>
                    <a:pt x="14082" y="99731"/>
                    <a:pt x="7428" y="92975"/>
                    <a:pt x="2607" y="84216"/>
                  </a:cubicBezTo>
                  <a:cubicBezTo>
                    <a:pt x="-2214" y="75455"/>
                    <a:pt x="-4625" y="65305"/>
                    <a:pt x="-4625" y="53761"/>
                  </a:cubicBezTo>
                  <a:cubicBezTo>
                    <a:pt x="-4625" y="42353"/>
                    <a:pt x="-2145" y="32269"/>
                    <a:pt x="2811" y="23510"/>
                  </a:cubicBezTo>
                  <a:cubicBezTo>
                    <a:pt x="7767" y="14751"/>
                    <a:pt x="14524" y="8029"/>
                    <a:pt x="23079" y="3343"/>
                  </a:cubicBezTo>
                  <a:cubicBezTo>
                    <a:pt x="31636" y="-1343"/>
                    <a:pt x="41210" y="-3684"/>
                    <a:pt x="51804" y="-3684"/>
                  </a:cubicBezTo>
                  <a:cubicBezTo>
                    <a:pt x="62396" y="-3684"/>
                    <a:pt x="71969" y="-1343"/>
                    <a:pt x="80526" y="3343"/>
                  </a:cubicBezTo>
                  <a:cubicBezTo>
                    <a:pt x="89082" y="8029"/>
                    <a:pt x="95838" y="14717"/>
                    <a:pt x="100795" y="23408"/>
                  </a:cubicBezTo>
                  <a:cubicBezTo>
                    <a:pt x="105751" y="32100"/>
                    <a:pt x="108231" y="42218"/>
                    <a:pt x="108231" y="53761"/>
                  </a:cubicBezTo>
                  <a:cubicBezTo>
                    <a:pt x="108231" y="65305"/>
                    <a:pt x="105684" y="75455"/>
                    <a:pt x="100591" y="84216"/>
                  </a:cubicBezTo>
                  <a:cubicBezTo>
                    <a:pt x="95498" y="92975"/>
                    <a:pt x="88606" y="99731"/>
                    <a:pt x="79914" y="104484"/>
                  </a:cubicBezTo>
                  <a:cubicBezTo>
                    <a:pt x="71223" y="109236"/>
                    <a:pt x="61581" y="111614"/>
                    <a:pt x="50987" y="111614"/>
                  </a:cubicBezTo>
                  <a:close/>
                  <a:moveTo>
                    <a:pt x="50987" y="95317"/>
                  </a:moveTo>
                  <a:cubicBezTo>
                    <a:pt x="57643" y="95317"/>
                    <a:pt x="63890" y="93755"/>
                    <a:pt x="69729" y="90632"/>
                  </a:cubicBezTo>
                  <a:cubicBezTo>
                    <a:pt x="75568" y="87508"/>
                    <a:pt x="80288" y="82823"/>
                    <a:pt x="83887" y="76576"/>
                  </a:cubicBezTo>
                  <a:cubicBezTo>
                    <a:pt x="87485" y="70329"/>
                    <a:pt x="89285" y="62724"/>
                    <a:pt x="89285" y="53761"/>
                  </a:cubicBezTo>
                  <a:cubicBezTo>
                    <a:pt x="89285" y="44798"/>
                    <a:pt x="87519" y="37193"/>
                    <a:pt x="83989" y="30946"/>
                  </a:cubicBezTo>
                  <a:cubicBezTo>
                    <a:pt x="80458" y="24698"/>
                    <a:pt x="75840" y="20047"/>
                    <a:pt x="70136" y="16992"/>
                  </a:cubicBezTo>
                  <a:cubicBezTo>
                    <a:pt x="64432" y="13937"/>
                    <a:pt x="58254" y="12408"/>
                    <a:pt x="51598" y="12408"/>
                  </a:cubicBezTo>
                  <a:cubicBezTo>
                    <a:pt x="44809" y="12408"/>
                    <a:pt x="38597" y="13937"/>
                    <a:pt x="32959" y="16992"/>
                  </a:cubicBezTo>
                  <a:cubicBezTo>
                    <a:pt x="27324" y="20047"/>
                    <a:pt x="22809" y="24698"/>
                    <a:pt x="19413" y="30946"/>
                  </a:cubicBezTo>
                  <a:cubicBezTo>
                    <a:pt x="16018" y="37193"/>
                    <a:pt x="14320" y="44798"/>
                    <a:pt x="14320" y="53761"/>
                  </a:cubicBezTo>
                  <a:cubicBezTo>
                    <a:pt x="14320" y="62859"/>
                    <a:pt x="15984" y="70533"/>
                    <a:pt x="19311" y="76780"/>
                  </a:cubicBezTo>
                  <a:cubicBezTo>
                    <a:pt x="22639" y="83026"/>
                    <a:pt x="27086" y="87678"/>
                    <a:pt x="32655" y="90734"/>
                  </a:cubicBezTo>
                  <a:cubicBezTo>
                    <a:pt x="38222" y="93789"/>
                    <a:pt x="44333" y="95317"/>
                    <a:pt x="50987" y="95317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5C3CE6A-E34E-8110-7A93-5F505E49B504}"/>
                </a:ext>
              </a:extLst>
            </p:cNvPr>
            <p:cNvSpPr/>
            <p:nvPr/>
          </p:nvSpPr>
          <p:spPr>
            <a:xfrm>
              <a:off x="-977472" y="1252965"/>
              <a:ext cx="54594" cy="113668"/>
            </a:xfrm>
            <a:custGeom>
              <a:avLst/>
              <a:gdLst>
                <a:gd name="connsiteX0" fmla="*/ 13033 w 54594"/>
                <a:gd name="connsiteY0" fmla="*/ 16488 h 113668"/>
                <a:gd name="connsiteX1" fmla="*/ 26986 w 54594"/>
                <a:gd name="connsiteY1" fmla="*/ 1618 h 113668"/>
                <a:gd name="connsiteX2" fmla="*/ 49089 w 54594"/>
                <a:gd name="connsiteY2" fmla="*/ -3678 h 113668"/>
                <a:gd name="connsiteX3" fmla="*/ 49089 w 54594"/>
                <a:gd name="connsiteY3" fmla="*/ 15470 h 113668"/>
                <a:gd name="connsiteX4" fmla="*/ 44199 w 54594"/>
                <a:gd name="connsiteY4" fmla="*/ 15470 h 113668"/>
                <a:gd name="connsiteX5" fmla="*/ 13033 w 54594"/>
                <a:gd name="connsiteY5" fmla="*/ 49285 h 113668"/>
                <a:gd name="connsiteX6" fmla="*/ 13033 w 54594"/>
                <a:gd name="connsiteY6" fmla="*/ 109990 h 113668"/>
                <a:gd name="connsiteX7" fmla="*/ -5505 w 54594"/>
                <a:gd name="connsiteY7" fmla="*/ 109990 h 113668"/>
                <a:gd name="connsiteX8" fmla="*/ -5505 w 54594"/>
                <a:gd name="connsiteY8" fmla="*/ -1641 h 113668"/>
                <a:gd name="connsiteX9" fmla="*/ 13033 w 54594"/>
                <a:gd name="connsiteY9" fmla="*/ -1641 h 113668"/>
                <a:gd name="connsiteX10" fmla="*/ 13033 w 54594"/>
                <a:gd name="connsiteY10" fmla="*/ 16488 h 11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594" h="113668">
                  <a:moveTo>
                    <a:pt x="13033" y="16488"/>
                  </a:moveTo>
                  <a:cubicBezTo>
                    <a:pt x="16291" y="10106"/>
                    <a:pt x="20943" y="5148"/>
                    <a:pt x="26986" y="1618"/>
                  </a:cubicBezTo>
                  <a:cubicBezTo>
                    <a:pt x="33029" y="-1913"/>
                    <a:pt x="40397" y="-3678"/>
                    <a:pt x="49089" y="-3678"/>
                  </a:cubicBezTo>
                  <a:lnTo>
                    <a:pt x="49089" y="15470"/>
                  </a:lnTo>
                  <a:lnTo>
                    <a:pt x="44199" y="15470"/>
                  </a:lnTo>
                  <a:cubicBezTo>
                    <a:pt x="23421" y="15470"/>
                    <a:pt x="13033" y="26743"/>
                    <a:pt x="13033" y="49285"/>
                  </a:cubicBezTo>
                  <a:lnTo>
                    <a:pt x="13033" y="109990"/>
                  </a:lnTo>
                  <a:lnTo>
                    <a:pt x="-5505" y="109990"/>
                  </a:lnTo>
                  <a:lnTo>
                    <a:pt x="-5505" y="-1641"/>
                  </a:lnTo>
                  <a:lnTo>
                    <a:pt x="13033" y="-1641"/>
                  </a:lnTo>
                  <a:lnTo>
                    <a:pt x="13033" y="16488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1724790-94AB-D1C0-7597-EE68697DDD09}"/>
                </a:ext>
              </a:extLst>
            </p:cNvPr>
            <p:cNvSpPr/>
            <p:nvPr/>
          </p:nvSpPr>
          <p:spPr>
            <a:xfrm>
              <a:off x="-857577" y="1253169"/>
              <a:ext cx="86373" cy="115297"/>
            </a:xfrm>
            <a:custGeom>
              <a:avLst/>
              <a:gdLst>
                <a:gd name="connsiteX0" fmla="*/ 39384 w 86373"/>
                <a:gd name="connsiteY0" fmla="*/ 111614 h 115297"/>
                <a:gd name="connsiteX1" fmla="*/ 16364 w 86373"/>
                <a:gd name="connsiteY1" fmla="*/ 107234 h 115297"/>
                <a:gd name="connsiteX2" fmla="*/ 272 w 86373"/>
                <a:gd name="connsiteY2" fmla="*/ 95011 h 115297"/>
                <a:gd name="connsiteX3" fmla="*/ -6247 w 86373"/>
                <a:gd name="connsiteY3" fmla="*/ 76983 h 115297"/>
                <a:gd name="connsiteX4" fmla="*/ 12902 w 86373"/>
                <a:gd name="connsiteY4" fmla="*/ 76983 h 115297"/>
                <a:gd name="connsiteX5" fmla="*/ 20744 w 86373"/>
                <a:gd name="connsiteY5" fmla="*/ 90632 h 115297"/>
                <a:gd name="connsiteX6" fmla="*/ 39181 w 86373"/>
                <a:gd name="connsiteY6" fmla="*/ 95928 h 115297"/>
                <a:gd name="connsiteX7" fmla="*/ 55884 w 86373"/>
                <a:gd name="connsiteY7" fmla="*/ 91243 h 115297"/>
                <a:gd name="connsiteX8" fmla="*/ 61996 w 86373"/>
                <a:gd name="connsiteY8" fmla="*/ 79427 h 115297"/>
                <a:gd name="connsiteX9" fmla="*/ 55477 w 86373"/>
                <a:gd name="connsiteY9" fmla="*/ 68529 h 115297"/>
                <a:gd name="connsiteX10" fmla="*/ 35309 w 86373"/>
                <a:gd name="connsiteY10" fmla="*/ 61502 h 115297"/>
                <a:gd name="connsiteX11" fmla="*/ 15041 w 86373"/>
                <a:gd name="connsiteY11" fmla="*/ 54881 h 115297"/>
                <a:gd name="connsiteX12" fmla="*/ 1596 w 86373"/>
                <a:gd name="connsiteY12" fmla="*/ 44900 h 115297"/>
                <a:gd name="connsiteX13" fmla="*/ -4005 w 86373"/>
                <a:gd name="connsiteY13" fmla="*/ 27483 h 115297"/>
                <a:gd name="connsiteX14" fmla="*/ 1086 w 86373"/>
                <a:gd name="connsiteY14" fmla="*/ 11797 h 115297"/>
                <a:gd name="connsiteX15" fmla="*/ 15549 w 86373"/>
                <a:gd name="connsiteY15" fmla="*/ 492 h 115297"/>
                <a:gd name="connsiteX16" fmla="*/ 36939 w 86373"/>
                <a:gd name="connsiteY16" fmla="*/ -3684 h 115297"/>
                <a:gd name="connsiteX17" fmla="*/ 66885 w 86373"/>
                <a:gd name="connsiteY17" fmla="*/ 5686 h 115297"/>
                <a:gd name="connsiteX18" fmla="*/ 79106 w 86373"/>
                <a:gd name="connsiteY18" fmla="*/ 31354 h 115297"/>
                <a:gd name="connsiteX19" fmla="*/ 60570 w 86373"/>
                <a:gd name="connsiteY19" fmla="*/ 31354 h 115297"/>
                <a:gd name="connsiteX20" fmla="*/ 53541 w 86373"/>
                <a:gd name="connsiteY20" fmla="*/ 17298 h 115297"/>
                <a:gd name="connsiteX21" fmla="*/ 36328 w 86373"/>
                <a:gd name="connsiteY21" fmla="*/ 12001 h 115297"/>
                <a:gd name="connsiteX22" fmla="*/ 20439 w 86373"/>
                <a:gd name="connsiteY22" fmla="*/ 16278 h 115297"/>
                <a:gd name="connsiteX23" fmla="*/ 14531 w 86373"/>
                <a:gd name="connsiteY23" fmla="*/ 27483 h 115297"/>
                <a:gd name="connsiteX24" fmla="*/ 18096 w 86373"/>
                <a:gd name="connsiteY24" fmla="*/ 36548 h 115297"/>
                <a:gd name="connsiteX25" fmla="*/ 27059 w 86373"/>
                <a:gd name="connsiteY25" fmla="*/ 42252 h 115297"/>
                <a:gd name="connsiteX26" fmla="*/ 42032 w 86373"/>
                <a:gd name="connsiteY26" fmla="*/ 47039 h 115297"/>
                <a:gd name="connsiteX27" fmla="*/ 61588 w 86373"/>
                <a:gd name="connsiteY27" fmla="*/ 53455 h 115297"/>
                <a:gd name="connsiteX28" fmla="*/ 74523 w 86373"/>
                <a:gd name="connsiteY28" fmla="*/ 62927 h 115297"/>
                <a:gd name="connsiteX29" fmla="*/ 80126 w 86373"/>
                <a:gd name="connsiteY29" fmla="*/ 79427 h 115297"/>
                <a:gd name="connsiteX30" fmla="*/ 75033 w 86373"/>
                <a:gd name="connsiteY30" fmla="*/ 95928 h 115297"/>
                <a:gd name="connsiteX31" fmla="*/ 60671 w 86373"/>
                <a:gd name="connsiteY31" fmla="*/ 107438 h 115297"/>
                <a:gd name="connsiteX32" fmla="*/ 39384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39384" y="111614"/>
                  </a:moveTo>
                  <a:cubicBezTo>
                    <a:pt x="30827" y="111614"/>
                    <a:pt x="23155" y="110154"/>
                    <a:pt x="16364" y="107234"/>
                  </a:cubicBezTo>
                  <a:cubicBezTo>
                    <a:pt x="9575" y="104314"/>
                    <a:pt x="4210" y="100240"/>
                    <a:pt x="272" y="95011"/>
                  </a:cubicBezTo>
                  <a:cubicBezTo>
                    <a:pt x="-3666" y="89783"/>
                    <a:pt x="-5840" y="83774"/>
                    <a:pt x="-6247" y="76983"/>
                  </a:cubicBezTo>
                  <a:lnTo>
                    <a:pt x="12902" y="76983"/>
                  </a:lnTo>
                  <a:cubicBezTo>
                    <a:pt x="13444" y="82552"/>
                    <a:pt x="16059" y="87101"/>
                    <a:pt x="20744" y="90632"/>
                  </a:cubicBezTo>
                  <a:cubicBezTo>
                    <a:pt x="25430" y="94162"/>
                    <a:pt x="31575" y="95928"/>
                    <a:pt x="39181" y="95928"/>
                  </a:cubicBezTo>
                  <a:cubicBezTo>
                    <a:pt x="46242" y="95928"/>
                    <a:pt x="51809" y="94366"/>
                    <a:pt x="55884" y="91243"/>
                  </a:cubicBezTo>
                  <a:cubicBezTo>
                    <a:pt x="59959" y="88119"/>
                    <a:pt x="61996" y="84181"/>
                    <a:pt x="61996" y="79427"/>
                  </a:cubicBezTo>
                  <a:cubicBezTo>
                    <a:pt x="61996" y="74539"/>
                    <a:pt x="59822" y="70906"/>
                    <a:pt x="55477" y="68529"/>
                  </a:cubicBezTo>
                  <a:cubicBezTo>
                    <a:pt x="51131" y="66153"/>
                    <a:pt x="44409" y="63811"/>
                    <a:pt x="35309" y="61502"/>
                  </a:cubicBezTo>
                  <a:cubicBezTo>
                    <a:pt x="27026" y="59328"/>
                    <a:pt x="20269" y="57122"/>
                    <a:pt x="15041" y="54881"/>
                  </a:cubicBezTo>
                  <a:cubicBezTo>
                    <a:pt x="9813" y="52640"/>
                    <a:pt x="5331" y="49313"/>
                    <a:pt x="1596" y="44900"/>
                  </a:cubicBezTo>
                  <a:cubicBezTo>
                    <a:pt x="-2138" y="40486"/>
                    <a:pt x="-4005" y="34681"/>
                    <a:pt x="-4005" y="27483"/>
                  </a:cubicBezTo>
                  <a:cubicBezTo>
                    <a:pt x="-4005" y="21778"/>
                    <a:pt x="-2309" y="16550"/>
                    <a:pt x="1086" y="11797"/>
                  </a:cubicBezTo>
                  <a:cubicBezTo>
                    <a:pt x="4482" y="7043"/>
                    <a:pt x="9303" y="3275"/>
                    <a:pt x="15549" y="492"/>
                  </a:cubicBezTo>
                  <a:cubicBezTo>
                    <a:pt x="21796" y="-2293"/>
                    <a:pt x="28926" y="-3684"/>
                    <a:pt x="36939" y="-3684"/>
                  </a:cubicBezTo>
                  <a:cubicBezTo>
                    <a:pt x="49297" y="-3684"/>
                    <a:pt x="59279" y="-561"/>
                    <a:pt x="66885" y="5686"/>
                  </a:cubicBezTo>
                  <a:cubicBezTo>
                    <a:pt x="74489" y="11933"/>
                    <a:pt x="78564" y="20488"/>
                    <a:pt x="79106" y="31354"/>
                  </a:cubicBezTo>
                  <a:lnTo>
                    <a:pt x="60570" y="31354"/>
                  </a:lnTo>
                  <a:cubicBezTo>
                    <a:pt x="60163" y="25513"/>
                    <a:pt x="57820" y="20829"/>
                    <a:pt x="53541" y="17298"/>
                  </a:cubicBezTo>
                  <a:cubicBezTo>
                    <a:pt x="49264" y="13766"/>
                    <a:pt x="43526" y="12001"/>
                    <a:pt x="36328" y="12001"/>
                  </a:cubicBezTo>
                  <a:cubicBezTo>
                    <a:pt x="29674" y="12001"/>
                    <a:pt x="24377" y="13427"/>
                    <a:pt x="20439" y="16278"/>
                  </a:cubicBezTo>
                  <a:cubicBezTo>
                    <a:pt x="16501" y="19131"/>
                    <a:pt x="14531" y="22865"/>
                    <a:pt x="14531" y="27483"/>
                  </a:cubicBezTo>
                  <a:cubicBezTo>
                    <a:pt x="14531" y="31150"/>
                    <a:pt x="15719" y="34171"/>
                    <a:pt x="18096" y="36548"/>
                  </a:cubicBezTo>
                  <a:cubicBezTo>
                    <a:pt x="20473" y="38923"/>
                    <a:pt x="23461" y="40825"/>
                    <a:pt x="27059" y="42252"/>
                  </a:cubicBezTo>
                  <a:cubicBezTo>
                    <a:pt x="30658" y="43678"/>
                    <a:pt x="35650" y="45273"/>
                    <a:pt x="42032" y="47039"/>
                  </a:cubicBezTo>
                  <a:cubicBezTo>
                    <a:pt x="50045" y="49211"/>
                    <a:pt x="56563" y="51350"/>
                    <a:pt x="61588" y="53455"/>
                  </a:cubicBezTo>
                  <a:cubicBezTo>
                    <a:pt x="66613" y="55560"/>
                    <a:pt x="70924" y="58717"/>
                    <a:pt x="74523" y="62927"/>
                  </a:cubicBezTo>
                  <a:cubicBezTo>
                    <a:pt x="78122" y="67138"/>
                    <a:pt x="79989" y="72638"/>
                    <a:pt x="80126" y="79427"/>
                  </a:cubicBezTo>
                  <a:cubicBezTo>
                    <a:pt x="80126" y="85539"/>
                    <a:pt x="78428" y="91039"/>
                    <a:pt x="75033" y="95928"/>
                  </a:cubicBezTo>
                  <a:cubicBezTo>
                    <a:pt x="71638" y="100816"/>
                    <a:pt x="66851" y="104653"/>
                    <a:pt x="60671" y="107438"/>
                  </a:cubicBezTo>
                  <a:cubicBezTo>
                    <a:pt x="54493" y="110222"/>
                    <a:pt x="47397" y="111614"/>
                    <a:pt x="39384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C17FE0E-B84A-7181-D5B4-C0E29F83B6EF}"/>
                </a:ext>
              </a:extLst>
            </p:cNvPr>
            <p:cNvSpPr/>
            <p:nvPr/>
          </p:nvSpPr>
          <p:spPr>
            <a:xfrm rot="19796186">
              <a:off x="-2006334" y="1241532"/>
              <a:ext cx="151108" cy="173844"/>
            </a:xfrm>
            <a:custGeom>
              <a:avLst/>
              <a:gdLst>
                <a:gd name="connsiteX0" fmla="*/ -2702 w 151108"/>
                <a:gd name="connsiteY0" fmla="*/ 76552 h 173844"/>
                <a:gd name="connsiteX1" fmla="*/ 148407 w 151108"/>
                <a:gd name="connsiteY1" fmla="*/ -11625 h 173844"/>
                <a:gd name="connsiteX2" fmla="*/ 148407 w 151108"/>
                <a:gd name="connsiteY2" fmla="*/ 162219 h 173844"/>
                <a:gd name="connsiteX3" fmla="*/ 129644 w 151108"/>
                <a:gd name="connsiteY3" fmla="*/ 152132 h 173844"/>
                <a:gd name="connsiteX4" fmla="*/ 129644 w 151108"/>
                <a:gd name="connsiteY4" fmla="*/ 124429 h 173844"/>
                <a:gd name="connsiteX5" fmla="*/ 40885 w 151108"/>
                <a:gd name="connsiteY5" fmla="*/ 71533 h 173844"/>
                <a:gd name="connsiteX6" fmla="*/ 16033 w 151108"/>
                <a:gd name="connsiteY6" fmla="*/ 86639 h 173844"/>
                <a:gd name="connsiteX7" fmla="*/ -2702 w 151108"/>
                <a:gd name="connsiteY7" fmla="*/ 76552 h 173844"/>
                <a:gd name="connsiteX8" fmla="*/ 54650 w 151108"/>
                <a:gd name="connsiteY8" fmla="*/ 63955 h 173844"/>
                <a:gd name="connsiteX9" fmla="*/ 129644 w 151108"/>
                <a:gd name="connsiteY9" fmla="*/ 106789 h 173844"/>
                <a:gd name="connsiteX10" fmla="*/ 129644 w 151108"/>
                <a:gd name="connsiteY10" fmla="*/ 21146 h 173844"/>
                <a:gd name="connsiteX11" fmla="*/ 54650 w 151108"/>
                <a:gd name="connsiteY11" fmla="*/ 63955 h 17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108" h="173844">
                  <a:moveTo>
                    <a:pt x="-2702" y="76552"/>
                  </a:moveTo>
                  <a:lnTo>
                    <a:pt x="148407" y="-11625"/>
                  </a:lnTo>
                  <a:lnTo>
                    <a:pt x="148407" y="162219"/>
                  </a:lnTo>
                  <a:lnTo>
                    <a:pt x="129644" y="152132"/>
                  </a:lnTo>
                  <a:lnTo>
                    <a:pt x="129644" y="124429"/>
                  </a:lnTo>
                  <a:lnTo>
                    <a:pt x="40885" y="71533"/>
                  </a:lnTo>
                  <a:lnTo>
                    <a:pt x="16033" y="86639"/>
                  </a:lnTo>
                  <a:lnTo>
                    <a:pt x="-2702" y="76552"/>
                  </a:lnTo>
                  <a:close/>
                  <a:moveTo>
                    <a:pt x="54650" y="63955"/>
                  </a:moveTo>
                  <a:lnTo>
                    <a:pt x="129644" y="106789"/>
                  </a:lnTo>
                  <a:lnTo>
                    <a:pt x="129644" y="21146"/>
                  </a:lnTo>
                  <a:lnTo>
                    <a:pt x="54650" y="63955"/>
                  </a:lnTo>
                  <a:close/>
                </a:path>
              </a:pathLst>
            </a:custGeom>
            <a:solidFill>
              <a:schemeClr val="bg1"/>
            </a:solidFill>
            <a:ln w="17264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6" name="Graphic 7">
            <a:extLst>
              <a:ext uri="{FF2B5EF4-FFF2-40B4-BE49-F238E27FC236}">
                <a16:creationId xmlns:a16="http://schemas.microsoft.com/office/drawing/2014/main" id="{6ADD2E3F-2508-5A49-6003-1F643541960B}"/>
              </a:ext>
            </a:extLst>
          </p:cNvPr>
          <p:cNvSpPr/>
          <p:nvPr userDrawn="1"/>
        </p:nvSpPr>
        <p:spPr>
          <a:xfrm>
            <a:off x="4786668" y="-10455"/>
            <a:ext cx="6794601" cy="6875443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24706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Graphic 7">
            <a:extLst>
              <a:ext uri="{FF2B5EF4-FFF2-40B4-BE49-F238E27FC236}">
                <a16:creationId xmlns:a16="http://schemas.microsoft.com/office/drawing/2014/main" id="{A45D57EE-ADD2-0658-6837-C0327958060C}"/>
              </a:ext>
            </a:extLst>
          </p:cNvPr>
          <p:cNvSpPr/>
          <p:nvPr userDrawn="1"/>
        </p:nvSpPr>
        <p:spPr>
          <a:xfrm>
            <a:off x="5396194" y="2296"/>
            <a:ext cx="6794601" cy="6855705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24706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8684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992661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raphic 7">
            <a:extLst>
              <a:ext uri="{FF2B5EF4-FFF2-40B4-BE49-F238E27FC236}">
                <a16:creationId xmlns:a16="http://schemas.microsoft.com/office/drawing/2014/main" id="{6ADD2E3F-2508-5A49-6003-1F643541960B}"/>
              </a:ext>
            </a:extLst>
          </p:cNvPr>
          <p:cNvSpPr/>
          <p:nvPr userDrawn="1"/>
        </p:nvSpPr>
        <p:spPr>
          <a:xfrm>
            <a:off x="4786668" y="-10455"/>
            <a:ext cx="6794601" cy="6888192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Graphic 7">
            <a:extLst>
              <a:ext uri="{FF2B5EF4-FFF2-40B4-BE49-F238E27FC236}">
                <a16:creationId xmlns:a16="http://schemas.microsoft.com/office/drawing/2014/main" id="{A45D57EE-ADD2-0658-6837-C0327958060C}"/>
              </a:ext>
            </a:extLst>
          </p:cNvPr>
          <p:cNvSpPr/>
          <p:nvPr userDrawn="1"/>
        </p:nvSpPr>
        <p:spPr>
          <a:xfrm>
            <a:off x="5396194" y="2295"/>
            <a:ext cx="6794601" cy="6875443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A469C7F-6EA6-6E39-4FE3-ECCB5966A3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000" y="4986176"/>
            <a:ext cx="2301320" cy="518865"/>
          </a:xfrm>
          <a:prstGeom prst="rect">
            <a:avLst/>
          </a:prstGeom>
        </p:spPr>
      </p:pic>
      <p:sp>
        <p:nvSpPr>
          <p:cNvPr id="2" name="Graphic 7">
            <a:extLst>
              <a:ext uri="{FF2B5EF4-FFF2-40B4-BE49-F238E27FC236}">
                <a16:creationId xmlns:a16="http://schemas.microsoft.com/office/drawing/2014/main" id="{B41EB870-7E27-7226-F82E-06FE73EB2650}"/>
              </a:ext>
            </a:extLst>
          </p:cNvPr>
          <p:cNvSpPr/>
          <p:nvPr userDrawn="1"/>
        </p:nvSpPr>
        <p:spPr>
          <a:xfrm>
            <a:off x="6026653" y="-586"/>
            <a:ext cx="6794601" cy="6855705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24706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FFD039-6A46-3A21-2925-F5B1FDDE8D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0733" y="1724124"/>
            <a:ext cx="7920193" cy="738664"/>
          </a:xfrm>
          <a:prstGeom prst="rect">
            <a:avLst/>
          </a:prstGeom>
        </p:spPr>
        <p:txBody>
          <a:bodyPr vert="horz" anchor="b"/>
          <a:lstStyle>
            <a:lvl1pPr algn="l">
              <a:defRPr sz="48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Title Slide: Dark</a:t>
            </a:r>
            <a:endParaRPr lang="da-DK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1DEB521-A4A0-7137-ABF5-859A3F6D45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0733" y="2550985"/>
            <a:ext cx="7920193" cy="512897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133" b="1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3DF7A639-4564-2A6A-3324-B2453E8E3B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732" y="3505738"/>
            <a:ext cx="3800147" cy="305789"/>
          </a:xfrm>
        </p:spPr>
        <p:txBody>
          <a:bodyPr tIns="9144" bIns="9144" anchor="b">
            <a:sp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 sz="1867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MM, DD, YYYY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791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in front of a group of people in a meeting  Description automatically generated">
            <a:extLst>
              <a:ext uri="{FF2B5EF4-FFF2-40B4-BE49-F238E27FC236}">
                <a16:creationId xmlns:a16="http://schemas.microsoft.com/office/drawing/2014/main" id="{4A758298-57B4-AD70-0E0A-D778226836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8001"/>
          </a:xfrm>
          <a:prstGeom prst="rect">
            <a:avLst/>
          </a:prstGeom>
        </p:spPr>
      </p:pic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992661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EB6A88A-993E-F951-30A1-6090862EC6C8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92000">
                <a:schemeClr val="accent2">
                  <a:alpha val="0"/>
                </a:schemeClr>
              </a:gs>
            </a:gsLst>
            <a:lin ang="108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pPr marL="0" marR="0" indent="0" algn="ctr" defTabSz="11006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426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Graphik-Light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D64BDB-5682-7099-EE06-0E08E771C741}"/>
              </a:ext>
            </a:extLst>
          </p:cNvPr>
          <p:cNvSpPr/>
          <p:nvPr userDrawn="1"/>
        </p:nvSpPr>
        <p:spPr>
          <a:xfrm flipH="1">
            <a:off x="189187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92000">
                <a:schemeClr val="accent2">
                  <a:alpha val="0"/>
                </a:schemeClr>
              </a:gs>
            </a:gsLst>
            <a:lin ang="108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pPr marR="0" lvl="0" indent="0" algn="ctr" defTabSz="1100639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426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Graphik-Light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16A413-578E-60B2-DC53-873BCAAB8F22}"/>
              </a:ext>
            </a:extLst>
          </p:cNvPr>
          <p:cNvGrpSpPr/>
          <p:nvPr userDrawn="1"/>
        </p:nvGrpSpPr>
        <p:grpSpPr>
          <a:xfrm>
            <a:off x="625600" y="4994019"/>
            <a:ext cx="2322411" cy="562175"/>
            <a:chOff x="-2459325" y="909338"/>
            <a:chExt cx="2090498" cy="50603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F1149A7-41C5-3111-2D56-15AA166189C9}"/>
                </a:ext>
              </a:extLst>
            </p:cNvPr>
            <p:cNvSpPr/>
            <p:nvPr/>
          </p:nvSpPr>
          <p:spPr>
            <a:xfrm>
              <a:off x="-1594801" y="1254927"/>
              <a:ext cx="109813" cy="111433"/>
            </a:xfrm>
            <a:custGeom>
              <a:avLst/>
              <a:gdLst>
                <a:gd name="connsiteX0" fmla="*/ 49434 w 109813"/>
                <a:gd name="connsiteY0" fmla="*/ 83233 h 111433"/>
                <a:gd name="connsiteX1" fmla="*/ 83776 w 109813"/>
                <a:gd name="connsiteY1" fmla="*/ -10442 h 111433"/>
                <a:gd name="connsiteX2" fmla="*/ 104142 w 109813"/>
                <a:gd name="connsiteY2" fmla="*/ -10442 h 111433"/>
                <a:gd name="connsiteX3" fmla="*/ 60423 w 109813"/>
                <a:gd name="connsiteY3" fmla="*/ 100991 h 111433"/>
                <a:gd name="connsiteX4" fmla="*/ 38030 w 109813"/>
                <a:gd name="connsiteY4" fmla="*/ 100991 h 111433"/>
                <a:gd name="connsiteX5" fmla="*/ -5671 w 109813"/>
                <a:gd name="connsiteY5" fmla="*/ -10262 h 111433"/>
                <a:gd name="connsiteX6" fmla="*/ 14967 w 109813"/>
                <a:gd name="connsiteY6" fmla="*/ -10262 h 111433"/>
                <a:gd name="connsiteX7" fmla="*/ 49434 w 109813"/>
                <a:gd name="connsiteY7" fmla="*/ 83233 h 11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813" h="111433">
                  <a:moveTo>
                    <a:pt x="49434" y="83233"/>
                  </a:moveTo>
                  <a:lnTo>
                    <a:pt x="83776" y="-10442"/>
                  </a:lnTo>
                  <a:lnTo>
                    <a:pt x="104142" y="-10442"/>
                  </a:lnTo>
                  <a:lnTo>
                    <a:pt x="60423" y="100991"/>
                  </a:lnTo>
                  <a:lnTo>
                    <a:pt x="38030" y="100991"/>
                  </a:lnTo>
                  <a:lnTo>
                    <a:pt x="-5671" y="-10262"/>
                  </a:lnTo>
                  <a:lnTo>
                    <a:pt x="14967" y="-10262"/>
                  </a:lnTo>
                  <a:lnTo>
                    <a:pt x="49434" y="83233"/>
                  </a:lnTo>
                  <a:close/>
                </a:path>
              </a:pathLst>
            </a:custGeom>
            <a:solidFill>
              <a:schemeClr val="bg1"/>
            </a:solidFill>
            <a:ln w="180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B05AC6C-542E-88F7-5B0B-EB95217AB480}"/>
                </a:ext>
              </a:extLst>
            </p:cNvPr>
            <p:cNvSpPr/>
            <p:nvPr/>
          </p:nvSpPr>
          <p:spPr>
            <a:xfrm rot="19821841">
              <a:off x="-2459325" y="958273"/>
              <a:ext cx="248542" cy="188457"/>
            </a:xfrm>
            <a:custGeom>
              <a:avLst/>
              <a:gdLst>
                <a:gd name="connsiteX0" fmla="*/ -4841 w 248542"/>
                <a:gd name="connsiteY0" fmla="*/ 140058 h 188457"/>
                <a:gd name="connsiteX1" fmla="*/ 243701 w 248542"/>
                <a:gd name="connsiteY1" fmla="*/ -9436 h 188457"/>
                <a:gd name="connsiteX2" fmla="*/ 243290 w 248542"/>
                <a:gd name="connsiteY2" fmla="*/ 70926 h 188457"/>
                <a:gd name="connsiteX3" fmla="*/ 236713 w 248542"/>
                <a:gd name="connsiteY3" fmla="*/ 74863 h 188457"/>
                <a:gd name="connsiteX4" fmla="*/ 63593 w 248542"/>
                <a:gd name="connsiteY4" fmla="*/ 179022 h 188457"/>
                <a:gd name="connsiteX5" fmla="*/ -4841 w 248542"/>
                <a:gd name="connsiteY5" fmla="*/ 140058 h 188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542" h="188457">
                  <a:moveTo>
                    <a:pt x="-4841" y="140058"/>
                  </a:moveTo>
                  <a:lnTo>
                    <a:pt x="243701" y="-9436"/>
                  </a:lnTo>
                  <a:lnTo>
                    <a:pt x="243290" y="70926"/>
                  </a:lnTo>
                  <a:lnTo>
                    <a:pt x="236713" y="74863"/>
                  </a:lnTo>
                  <a:lnTo>
                    <a:pt x="63593" y="179022"/>
                  </a:lnTo>
                  <a:lnTo>
                    <a:pt x="-4841" y="140058"/>
                  </a:lnTo>
                  <a:close/>
                </a:path>
              </a:pathLst>
            </a:custGeom>
            <a:solidFill>
              <a:srgbClr val="00B3B2"/>
            </a:solidFill>
            <a:ln w="368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1F28EE5-0897-4E10-2AC5-C35CD02B3341}"/>
                </a:ext>
              </a:extLst>
            </p:cNvPr>
            <p:cNvSpPr/>
            <p:nvPr/>
          </p:nvSpPr>
          <p:spPr>
            <a:xfrm rot="1712540">
              <a:off x="-2259001" y="948985"/>
              <a:ext cx="242434" cy="288023"/>
            </a:xfrm>
            <a:custGeom>
              <a:avLst/>
              <a:gdLst>
                <a:gd name="connsiteX0" fmla="*/ -2745 w 242434"/>
                <a:gd name="connsiteY0" fmla="*/ 276391 h 288023"/>
                <a:gd name="connsiteX1" fmla="*/ -2745 w 242434"/>
                <a:gd name="connsiteY1" fmla="*/ -11633 h 288023"/>
                <a:gd name="connsiteX2" fmla="*/ 239690 w 242434"/>
                <a:gd name="connsiteY2" fmla="*/ 144627 h 288023"/>
                <a:gd name="connsiteX3" fmla="*/ 181163 w 242434"/>
                <a:gd name="connsiteY3" fmla="*/ 176102 h 288023"/>
                <a:gd name="connsiteX4" fmla="*/ 151465 w 242434"/>
                <a:gd name="connsiteY4" fmla="*/ 157449 h 288023"/>
                <a:gd name="connsiteX5" fmla="*/ 55754 w 242434"/>
                <a:gd name="connsiteY5" fmla="*/ 209922 h 288023"/>
                <a:gd name="connsiteX6" fmla="*/ 55754 w 242434"/>
                <a:gd name="connsiteY6" fmla="*/ 244905 h 288023"/>
                <a:gd name="connsiteX7" fmla="*/ -2745 w 242434"/>
                <a:gd name="connsiteY7" fmla="*/ 276391 h 288023"/>
                <a:gd name="connsiteX8" fmla="*/ 55754 w 242434"/>
                <a:gd name="connsiteY8" fmla="*/ 95649 h 288023"/>
                <a:gd name="connsiteX9" fmla="*/ 55754 w 242434"/>
                <a:gd name="connsiteY9" fmla="*/ 171444 h 288023"/>
                <a:gd name="connsiteX10" fmla="*/ 119153 w 242434"/>
                <a:gd name="connsiteY10" fmla="*/ 136462 h 288023"/>
                <a:gd name="connsiteX11" fmla="*/ 55754 w 242434"/>
                <a:gd name="connsiteY11" fmla="*/ 95649 h 28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434" h="288023">
                  <a:moveTo>
                    <a:pt x="-2745" y="276391"/>
                  </a:moveTo>
                  <a:lnTo>
                    <a:pt x="-2745" y="-11633"/>
                  </a:lnTo>
                  <a:lnTo>
                    <a:pt x="239690" y="144627"/>
                  </a:lnTo>
                  <a:lnTo>
                    <a:pt x="181163" y="176102"/>
                  </a:lnTo>
                  <a:lnTo>
                    <a:pt x="151465" y="157449"/>
                  </a:lnTo>
                  <a:lnTo>
                    <a:pt x="55754" y="209922"/>
                  </a:lnTo>
                  <a:lnTo>
                    <a:pt x="55754" y="244905"/>
                  </a:lnTo>
                  <a:lnTo>
                    <a:pt x="-2745" y="276391"/>
                  </a:lnTo>
                  <a:close/>
                  <a:moveTo>
                    <a:pt x="55754" y="95649"/>
                  </a:moveTo>
                  <a:lnTo>
                    <a:pt x="55754" y="171444"/>
                  </a:lnTo>
                  <a:lnTo>
                    <a:pt x="119153" y="136462"/>
                  </a:lnTo>
                  <a:lnTo>
                    <a:pt x="55754" y="95649"/>
                  </a:lnTo>
                  <a:close/>
                </a:path>
              </a:pathLst>
            </a:custGeom>
            <a:solidFill>
              <a:schemeClr val="bg1"/>
            </a:solidFill>
            <a:ln w="815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E69D066-0CB0-513C-D86F-682F79EB6BFE}"/>
                </a:ext>
              </a:extLst>
            </p:cNvPr>
            <p:cNvSpPr/>
            <p:nvPr/>
          </p:nvSpPr>
          <p:spPr>
            <a:xfrm>
              <a:off x="-1995178" y="909338"/>
              <a:ext cx="200128" cy="254152"/>
            </a:xfrm>
            <a:custGeom>
              <a:avLst/>
              <a:gdLst>
                <a:gd name="connsiteX0" fmla="*/ 56742 w 200128"/>
                <a:gd name="connsiteY0" fmla="*/ 84973 h 254152"/>
                <a:gd name="connsiteX1" fmla="*/ 80187 w 200128"/>
                <a:gd name="connsiteY1" fmla="*/ 63567 h 254152"/>
                <a:gd name="connsiteX2" fmla="*/ 115184 w 200128"/>
                <a:gd name="connsiteY2" fmla="*/ 55411 h 254152"/>
                <a:gd name="connsiteX3" fmla="*/ 157655 w 200128"/>
                <a:gd name="connsiteY3" fmla="*/ 67303 h 254152"/>
                <a:gd name="connsiteX4" fmla="*/ 187725 w 200128"/>
                <a:gd name="connsiteY4" fmla="*/ 101281 h 254152"/>
                <a:gd name="connsiteX5" fmla="*/ 198769 w 200128"/>
                <a:gd name="connsiteY5" fmla="*/ 152589 h 254152"/>
                <a:gd name="connsiteX6" fmla="*/ 187725 w 200128"/>
                <a:gd name="connsiteY6" fmla="*/ 204065 h 254152"/>
                <a:gd name="connsiteX7" fmla="*/ 157655 w 200128"/>
                <a:gd name="connsiteY7" fmla="*/ 238380 h 254152"/>
                <a:gd name="connsiteX8" fmla="*/ 115184 w 200128"/>
                <a:gd name="connsiteY8" fmla="*/ 250443 h 254152"/>
                <a:gd name="connsiteX9" fmla="*/ 80187 w 200128"/>
                <a:gd name="connsiteY9" fmla="*/ 242459 h 254152"/>
                <a:gd name="connsiteX10" fmla="*/ 56742 w 200128"/>
                <a:gd name="connsiteY10" fmla="*/ 221221 h 254152"/>
                <a:gd name="connsiteX11" fmla="*/ 56742 w 200128"/>
                <a:gd name="connsiteY11" fmla="*/ 247725 h 254152"/>
                <a:gd name="connsiteX12" fmla="*/ -1359 w 200128"/>
                <a:gd name="connsiteY12" fmla="*/ 247725 h 254152"/>
                <a:gd name="connsiteX13" fmla="*/ -1359 w 200128"/>
                <a:gd name="connsiteY13" fmla="*/ -3709 h 254152"/>
                <a:gd name="connsiteX14" fmla="*/ 56742 w 200128"/>
                <a:gd name="connsiteY14" fmla="*/ -3709 h 254152"/>
                <a:gd name="connsiteX15" fmla="*/ 56742 w 200128"/>
                <a:gd name="connsiteY15" fmla="*/ 84973 h 254152"/>
                <a:gd name="connsiteX16" fmla="*/ 139648 w 200128"/>
                <a:gd name="connsiteY16" fmla="*/ 152589 h 254152"/>
                <a:gd name="connsiteX17" fmla="*/ 127585 w 200128"/>
                <a:gd name="connsiteY17" fmla="*/ 118440 h 254152"/>
                <a:gd name="connsiteX18" fmla="*/ 97854 w 200128"/>
                <a:gd name="connsiteY18" fmla="*/ 106039 h 254152"/>
                <a:gd name="connsiteX19" fmla="*/ 68463 w 200128"/>
                <a:gd name="connsiteY19" fmla="*/ 118611 h 254152"/>
                <a:gd name="connsiteX20" fmla="*/ 56403 w 200128"/>
                <a:gd name="connsiteY20" fmla="*/ 152928 h 254152"/>
                <a:gd name="connsiteX21" fmla="*/ 68463 w 200128"/>
                <a:gd name="connsiteY21" fmla="*/ 187246 h 254152"/>
                <a:gd name="connsiteX22" fmla="*/ 97854 w 200128"/>
                <a:gd name="connsiteY22" fmla="*/ 199817 h 254152"/>
                <a:gd name="connsiteX23" fmla="*/ 127416 w 200128"/>
                <a:gd name="connsiteY23" fmla="*/ 187075 h 254152"/>
                <a:gd name="connsiteX24" fmla="*/ 139648 w 200128"/>
                <a:gd name="connsiteY24" fmla="*/ 152589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56742" y="84973"/>
                  </a:moveTo>
                  <a:cubicBezTo>
                    <a:pt x="62178" y="76138"/>
                    <a:pt x="69993" y="69002"/>
                    <a:pt x="80187" y="63567"/>
                  </a:cubicBezTo>
                  <a:cubicBezTo>
                    <a:pt x="90381" y="58131"/>
                    <a:pt x="102045" y="55411"/>
                    <a:pt x="115184" y="55411"/>
                  </a:cubicBezTo>
                  <a:cubicBezTo>
                    <a:pt x="130813" y="55411"/>
                    <a:pt x="144969" y="59376"/>
                    <a:pt x="157655" y="67303"/>
                  </a:cubicBezTo>
                  <a:cubicBezTo>
                    <a:pt x="170340" y="75233"/>
                    <a:pt x="180363" y="86557"/>
                    <a:pt x="187725" y="101281"/>
                  </a:cubicBezTo>
                  <a:cubicBezTo>
                    <a:pt x="195087" y="116005"/>
                    <a:pt x="198769" y="133107"/>
                    <a:pt x="198769" y="152589"/>
                  </a:cubicBezTo>
                  <a:cubicBezTo>
                    <a:pt x="198769" y="172068"/>
                    <a:pt x="195087" y="189227"/>
                    <a:pt x="187725" y="204065"/>
                  </a:cubicBezTo>
                  <a:cubicBezTo>
                    <a:pt x="180363" y="218900"/>
                    <a:pt x="170340" y="230339"/>
                    <a:pt x="157655" y="238380"/>
                  </a:cubicBezTo>
                  <a:cubicBezTo>
                    <a:pt x="144969" y="246421"/>
                    <a:pt x="130813" y="250443"/>
                    <a:pt x="115184" y="250443"/>
                  </a:cubicBezTo>
                  <a:cubicBezTo>
                    <a:pt x="101819" y="250443"/>
                    <a:pt x="90153" y="247782"/>
                    <a:pt x="80187" y="242459"/>
                  </a:cubicBezTo>
                  <a:cubicBezTo>
                    <a:pt x="70219" y="237135"/>
                    <a:pt x="62403" y="230056"/>
                    <a:pt x="56742" y="221221"/>
                  </a:cubicBezTo>
                  <a:lnTo>
                    <a:pt x="56742" y="247725"/>
                  </a:lnTo>
                  <a:lnTo>
                    <a:pt x="-1359" y="247725"/>
                  </a:lnTo>
                  <a:lnTo>
                    <a:pt x="-1359" y="-3709"/>
                  </a:lnTo>
                  <a:lnTo>
                    <a:pt x="56742" y="-3709"/>
                  </a:lnTo>
                  <a:lnTo>
                    <a:pt x="56742" y="84973"/>
                  </a:lnTo>
                  <a:close/>
                  <a:moveTo>
                    <a:pt x="139648" y="152589"/>
                  </a:moveTo>
                  <a:cubicBezTo>
                    <a:pt x="139648" y="138091"/>
                    <a:pt x="135626" y="126709"/>
                    <a:pt x="127585" y="118440"/>
                  </a:cubicBezTo>
                  <a:cubicBezTo>
                    <a:pt x="119543" y="110173"/>
                    <a:pt x="109632" y="106039"/>
                    <a:pt x="97854" y="106039"/>
                  </a:cubicBezTo>
                  <a:cubicBezTo>
                    <a:pt x="86302" y="106039"/>
                    <a:pt x="76505" y="110230"/>
                    <a:pt x="68463" y="118611"/>
                  </a:cubicBezTo>
                  <a:cubicBezTo>
                    <a:pt x="60422" y="126992"/>
                    <a:pt x="56403" y="138430"/>
                    <a:pt x="56403" y="152928"/>
                  </a:cubicBezTo>
                  <a:cubicBezTo>
                    <a:pt x="56403" y="167424"/>
                    <a:pt x="60422" y="178862"/>
                    <a:pt x="68463" y="187246"/>
                  </a:cubicBezTo>
                  <a:cubicBezTo>
                    <a:pt x="76505" y="195627"/>
                    <a:pt x="86302" y="199817"/>
                    <a:pt x="97854" y="199817"/>
                  </a:cubicBezTo>
                  <a:cubicBezTo>
                    <a:pt x="109407" y="199817"/>
                    <a:pt x="119261" y="195570"/>
                    <a:pt x="127416" y="187075"/>
                  </a:cubicBezTo>
                  <a:cubicBezTo>
                    <a:pt x="135569" y="178580"/>
                    <a:pt x="139648" y="167084"/>
                    <a:pt x="139648" y="15258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DF27C78-1C01-44A3-C202-4099689ECD55}"/>
                </a:ext>
              </a:extLst>
            </p:cNvPr>
            <p:cNvSpPr/>
            <p:nvPr/>
          </p:nvSpPr>
          <p:spPr>
            <a:xfrm>
              <a:off x="-1741943" y="968459"/>
              <a:ext cx="190274" cy="195031"/>
            </a:xfrm>
            <a:custGeom>
              <a:avLst/>
              <a:gdLst>
                <a:gd name="connsiteX0" fmla="*/ 188078 w 190274"/>
                <a:gd name="connsiteY0" fmla="*/ 90645 h 195031"/>
                <a:gd name="connsiteX1" fmla="*/ 187059 w 190274"/>
                <a:gd name="connsiteY1" fmla="*/ 107635 h 195031"/>
                <a:gd name="connsiteX2" fmla="*/ 55566 w 190274"/>
                <a:gd name="connsiteY2" fmla="*/ 107635 h 195031"/>
                <a:gd name="connsiteX3" fmla="*/ 66948 w 190274"/>
                <a:gd name="connsiteY3" fmla="*/ 134648 h 195031"/>
                <a:gd name="connsiteX4" fmla="*/ 91582 w 190274"/>
                <a:gd name="connsiteY4" fmla="*/ 143991 h 195031"/>
                <a:gd name="connsiteX5" fmla="*/ 121821 w 190274"/>
                <a:gd name="connsiteY5" fmla="*/ 125642 h 195031"/>
                <a:gd name="connsiteX6" fmla="*/ 183660 w 190274"/>
                <a:gd name="connsiteY6" fmla="*/ 125642 h 195031"/>
                <a:gd name="connsiteX7" fmla="*/ 166503 w 190274"/>
                <a:gd name="connsiteY7" fmla="*/ 159280 h 195031"/>
                <a:gd name="connsiteX8" fmla="*/ 135412 w 190274"/>
                <a:gd name="connsiteY8" fmla="*/ 182724 h 195031"/>
                <a:gd name="connsiteX9" fmla="*/ 93621 w 190274"/>
                <a:gd name="connsiteY9" fmla="*/ 191219 h 195031"/>
                <a:gd name="connsiteX10" fmla="*/ 44014 w 190274"/>
                <a:gd name="connsiteY10" fmla="*/ 179327 h 195031"/>
                <a:gd name="connsiteX11" fmla="*/ 10036 w 190274"/>
                <a:gd name="connsiteY11" fmla="*/ 145350 h 195031"/>
                <a:gd name="connsiteX12" fmla="*/ -2196 w 190274"/>
                <a:gd name="connsiteY12" fmla="*/ 93705 h 195031"/>
                <a:gd name="connsiteX13" fmla="*/ 9865 w 190274"/>
                <a:gd name="connsiteY13" fmla="*/ 42057 h 195031"/>
                <a:gd name="connsiteX14" fmla="*/ 43674 w 190274"/>
                <a:gd name="connsiteY14" fmla="*/ 8080 h 195031"/>
                <a:gd name="connsiteX15" fmla="*/ 93621 w 190274"/>
                <a:gd name="connsiteY15" fmla="*/ -3812 h 195031"/>
                <a:gd name="connsiteX16" fmla="*/ 142548 w 190274"/>
                <a:gd name="connsiteY16" fmla="*/ 7740 h 195031"/>
                <a:gd name="connsiteX17" fmla="*/ 176015 w 190274"/>
                <a:gd name="connsiteY17" fmla="*/ 40699 h 195031"/>
                <a:gd name="connsiteX18" fmla="*/ 188078 w 190274"/>
                <a:gd name="connsiteY18" fmla="*/ 90645 h 195031"/>
                <a:gd name="connsiteX19" fmla="*/ 128618 w 190274"/>
                <a:gd name="connsiteY19" fmla="*/ 75356 h 195031"/>
                <a:gd name="connsiteX20" fmla="*/ 118424 w 190274"/>
                <a:gd name="connsiteY20" fmla="*/ 51572 h 195031"/>
                <a:gd name="connsiteX21" fmla="*/ 92941 w 190274"/>
                <a:gd name="connsiteY21" fmla="*/ 42737 h 195031"/>
                <a:gd name="connsiteX22" fmla="*/ 68307 w 190274"/>
                <a:gd name="connsiteY22" fmla="*/ 51232 h 195031"/>
                <a:gd name="connsiteX23" fmla="*/ 55906 w 190274"/>
                <a:gd name="connsiteY23" fmla="*/ 75356 h 195031"/>
                <a:gd name="connsiteX24" fmla="*/ 12861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8078" y="90645"/>
                  </a:moveTo>
                  <a:cubicBezTo>
                    <a:pt x="188078" y="96083"/>
                    <a:pt x="187739" y="101746"/>
                    <a:pt x="187059" y="107635"/>
                  </a:cubicBezTo>
                  <a:lnTo>
                    <a:pt x="55566" y="107635"/>
                  </a:lnTo>
                  <a:cubicBezTo>
                    <a:pt x="56471" y="119413"/>
                    <a:pt x="60265" y="128416"/>
                    <a:pt x="66948" y="134648"/>
                  </a:cubicBezTo>
                  <a:cubicBezTo>
                    <a:pt x="73630" y="140876"/>
                    <a:pt x="81843" y="143991"/>
                    <a:pt x="91582" y="143991"/>
                  </a:cubicBezTo>
                  <a:cubicBezTo>
                    <a:pt x="106078" y="143991"/>
                    <a:pt x="116158" y="137874"/>
                    <a:pt x="121821" y="125642"/>
                  </a:cubicBezTo>
                  <a:lnTo>
                    <a:pt x="183660" y="125642"/>
                  </a:lnTo>
                  <a:cubicBezTo>
                    <a:pt x="180491" y="138102"/>
                    <a:pt x="174770" y="149314"/>
                    <a:pt x="166503" y="159280"/>
                  </a:cubicBezTo>
                  <a:cubicBezTo>
                    <a:pt x="158234" y="169248"/>
                    <a:pt x="147872" y="177061"/>
                    <a:pt x="135412" y="182724"/>
                  </a:cubicBezTo>
                  <a:cubicBezTo>
                    <a:pt x="122954" y="188388"/>
                    <a:pt x="109024" y="191219"/>
                    <a:pt x="93621" y="191219"/>
                  </a:cubicBezTo>
                  <a:cubicBezTo>
                    <a:pt x="75046" y="191219"/>
                    <a:pt x="58510" y="187255"/>
                    <a:pt x="44014" y="179327"/>
                  </a:cubicBezTo>
                  <a:cubicBezTo>
                    <a:pt x="29516" y="171400"/>
                    <a:pt x="18189" y="160073"/>
                    <a:pt x="10036" y="145350"/>
                  </a:cubicBezTo>
                  <a:cubicBezTo>
                    <a:pt x="1881" y="130626"/>
                    <a:pt x="-2196" y="113410"/>
                    <a:pt x="-2196" y="93705"/>
                  </a:cubicBezTo>
                  <a:cubicBezTo>
                    <a:pt x="-2196" y="73997"/>
                    <a:pt x="1824" y="56781"/>
                    <a:pt x="9865" y="42057"/>
                  </a:cubicBezTo>
                  <a:cubicBezTo>
                    <a:pt x="17906" y="27334"/>
                    <a:pt x="29176" y="16009"/>
                    <a:pt x="43674" y="8080"/>
                  </a:cubicBezTo>
                  <a:cubicBezTo>
                    <a:pt x="58170" y="152"/>
                    <a:pt x="74820" y="-3812"/>
                    <a:pt x="93621" y="-3812"/>
                  </a:cubicBezTo>
                  <a:cubicBezTo>
                    <a:pt x="111967" y="-3812"/>
                    <a:pt x="128278" y="38"/>
                    <a:pt x="142548" y="7740"/>
                  </a:cubicBezTo>
                  <a:cubicBezTo>
                    <a:pt x="156818" y="15442"/>
                    <a:pt x="167974" y="26429"/>
                    <a:pt x="176015" y="40699"/>
                  </a:cubicBezTo>
                  <a:cubicBezTo>
                    <a:pt x="184057" y="54969"/>
                    <a:pt x="188078" y="71619"/>
                    <a:pt x="188078" y="90645"/>
                  </a:cubicBezTo>
                  <a:close/>
                  <a:moveTo>
                    <a:pt x="128618" y="75356"/>
                  </a:moveTo>
                  <a:cubicBezTo>
                    <a:pt x="128618" y="65388"/>
                    <a:pt x="125221" y="57461"/>
                    <a:pt x="118424" y="51572"/>
                  </a:cubicBezTo>
                  <a:cubicBezTo>
                    <a:pt x="111628" y="45683"/>
                    <a:pt x="103135" y="42737"/>
                    <a:pt x="92941" y="42737"/>
                  </a:cubicBezTo>
                  <a:cubicBezTo>
                    <a:pt x="83201" y="42737"/>
                    <a:pt x="74989" y="45569"/>
                    <a:pt x="68307" y="51232"/>
                  </a:cubicBezTo>
                  <a:cubicBezTo>
                    <a:pt x="61624" y="56895"/>
                    <a:pt x="57490" y="64937"/>
                    <a:pt x="55906" y="75356"/>
                  </a:cubicBezTo>
                  <a:lnTo>
                    <a:pt x="12861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EFA9051-2E1F-B4A2-151F-6EF4797D166C}"/>
                </a:ext>
              </a:extLst>
            </p:cNvPr>
            <p:cNvSpPr/>
            <p:nvPr/>
          </p:nvSpPr>
          <p:spPr>
            <a:xfrm>
              <a:off x="-1487570" y="969138"/>
              <a:ext cx="117562" cy="191634"/>
            </a:xfrm>
            <a:custGeom>
              <a:avLst/>
              <a:gdLst>
                <a:gd name="connsiteX0" fmla="*/ 55173 w 117562"/>
                <a:gd name="connsiteY0" fmla="*/ 29829 h 191634"/>
                <a:gd name="connsiteX1" fmla="*/ 80656 w 117562"/>
                <a:gd name="connsiteY1" fmla="*/ 5197 h 191634"/>
                <a:gd name="connsiteX2" fmla="*/ 114633 w 117562"/>
                <a:gd name="connsiteY2" fmla="*/ -3809 h 191634"/>
                <a:gd name="connsiteX3" fmla="*/ 114633 w 117562"/>
                <a:gd name="connsiteY3" fmla="*/ 57692 h 191634"/>
                <a:gd name="connsiteX4" fmla="*/ 98662 w 117562"/>
                <a:gd name="connsiteY4" fmla="*/ 57692 h 191634"/>
                <a:gd name="connsiteX5" fmla="*/ 66046 w 117562"/>
                <a:gd name="connsiteY5" fmla="*/ 67035 h 191634"/>
                <a:gd name="connsiteX6" fmla="*/ 55173 w 117562"/>
                <a:gd name="connsiteY6" fmla="*/ 99823 h 191634"/>
                <a:gd name="connsiteX7" fmla="*/ 55173 w 117562"/>
                <a:gd name="connsiteY7" fmla="*/ 187826 h 191634"/>
                <a:gd name="connsiteX8" fmla="*/ -2929 w 117562"/>
                <a:gd name="connsiteY8" fmla="*/ 187826 h 191634"/>
                <a:gd name="connsiteX9" fmla="*/ -2929 w 117562"/>
                <a:gd name="connsiteY9" fmla="*/ -1768 h 191634"/>
                <a:gd name="connsiteX10" fmla="*/ 55173 w 117562"/>
                <a:gd name="connsiteY10" fmla="*/ -1768 h 191634"/>
                <a:gd name="connsiteX11" fmla="*/ 55173 w 117562"/>
                <a:gd name="connsiteY11" fmla="*/ 2982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562" h="191634">
                  <a:moveTo>
                    <a:pt x="55173" y="29829"/>
                  </a:moveTo>
                  <a:cubicBezTo>
                    <a:pt x="61967" y="19410"/>
                    <a:pt x="70462" y="11200"/>
                    <a:pt x="80656" y="5197"/>
                  </a:cubicBezTo>
                  <a:cubicBezTo>
                    <a:pt x="90849" y="-806"/>
                    <a:pt x="102176" y="-3809"/>
                    <a:pt x="114633" y="-3809"/>
                  </a:cubicBezTo>
                  <a:lnTo>
                    <a:pt x="114633" y="57692"/>
                  </a:lnTo>
                  <a:lnTo>
                    <a:pt x="98662" y="57692"/>
                  </a:lnTo>
                  <a:cubicBezTo>
                    <a:pt x="84167" y="57692"/>
                    <a:pt x="73294" y="60807"/>
                    <a:pt x="66046" y="67035"/>
                  </a:cubicBezTo>
                  <a:cubicBezTo>
                    <a:pt x="58795" y="73264"/>
                    <a:pt x="55173" y="84194"/>
                    <a:pt x="55173" y="99823"/>
                  </a:cubicBezTo>
                  <a:lnTo>
                    <a:pt x="55173" y="187826"/>
                  </a:lnTo>
                  <a:lnTo>
                    <a:pt x="-2929" y="187826"/>
                  </a:lnTo>
                  <a:lnTo>
                    <a:pt x="-2929" y="-1768"/>
                  </a:lnTo>
                  <a:lnTo>
                    <a:pt x="55173" y="-1768"/>
                  </a:lnTo>
                  <a:lnTo>
                    <a:pt x="55173" y="29829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73A024D-033C-C799-0DB3-71371F866928}"/>
                </a:ext>
              </a:extLst>
            </p:cNvPr>
            <p:cNvSpPr/>
            <p:nvPr/>
          </p:nvSpPr>
          <p:spPr>
            <a:xfrm>
              <a:off x="-1317989" y="909338"/>
              <a:ext cx="200128" cy="254152"/>
            </a:xfrm>
            <a:custGeom>
              <a:avLst/>
              <a:gdLst>
                <a:gd name="connsiteX0" fmla="*/ -3629 w 200128"/>
                <a:gd name="connsiteY0" fmla="*/ 152589 h 254152"/>
                <a:gd name="connsiteX1" fmla="*/ 7413 w 200128"/>
                <a:gd name="connsiteY1" fmla="*/ 101281 h 254152"/>
                <a:gd name="connsiteX2" fmla="*/ 37483 w 200128"/>
                <a:gd name="connsiteY2" fmla="*/ 67303 h 254152"/>
                <a:gd name="connsiteX3" fmla="*/ 79956 w 200128"/>
                <a:gd name="connsiteY3" fmla="*/ 55411 h 254152"/>
                <a:gd name="connsiteX4" fmla="*/ 114103 w 200128"/>
                <a:gd name="connsiteY4" fmla="*/ 63227 h 254152"/>
                <a:gd name="connsiteX5" fmla="*/ 138398 w 200128"/>
                <a:gd name="connsiteY5" fmla="*/ 84294 h 254152"/>
                <a:gd name="connsiteX6" fmla="*/ 138398 w 200128"/>
                <a:gd name="connsiteY6" fmla="*/ -3709 h 254152"/>
                <a:gd name="connsiteX7" fmla="*/ 196500 w 200128"/>
                <a:gd name="connsiteY7" fmla="*/ -3709 h 254152"/>
                <a:gd name="connsiteX8" fmla="*/ 196500 w 200128"/>
                <a:gd name="connsiteY8" fmla="*/ 247725 h 254152"/>
                <a:gd name="connsiteX9" fmla="*/ 138398 w 200128"/>
                <a:gd name="connsiteY9" fmla="*/ 247725 h 254152"/>
                <a:gd name="connsiteX10" fmla="*/ 138398 w 200128"/>
                <a:gd name="connsiteY10" fmla="*/ 220542 h 254152"/>
                <a:gd name="connsiteX11" fmla="*/ 115122 w 200128"/>
                <a:gd name="connsiteY11" fmla="*/ 242288 h 254152"/>
                <a:gd name="connsiteX12" fmla="*/ 79956 w 200128"/>
                <a:gd name="connsiteY12" fmla="*/ 250443 h 254152"/>
                <a:gd name="connsiteX13" fmla="*/ 37483 w 200128"/>
                <a:gd name="connsiteY13" fmla="*/ 238380 h 254152"/>
                <a:gd name="connsiteX14" fmla="*/ 7413 w 200128"/>
                <a:gd name="connsiteY14" fmla="*/ 204065 h 254152"/>
                <a:gd name="connsiteX15" fmla="*/ -3629 w 200128"/>
                <a:gd name="connsiteY15" fmla="*/ 152589 h 254152"/>
                <a:gd name="connsiteX16" fmla="*/ 138398 w 200128"/>
                <a:gd name="connsiteY16" fmla="*/ 152928 h 254152"/>
                <a:gd name="connsiteX17" fmla="*/ 126334 w 200128"/>
                <a:gd name="connsiteY17" fmla="*/ 118611 h 254152"/>
                <a:gd name="connsiteX18" fmla="*/ 96944 w 200128"/>
                <a:gd name="connsiteY18" fmla="*/ 106039 h 254152"/>
                <a:gd name="connsiteX19" fmla="*/ 67553 w 200128"/>
                <a:gd name="connsiteY19" fmla="*/ 118440 h 254152"/>
                <a:gd name="connsiteX20" fmla="*/ 55492 w 200128"/>
                <a:gd name="connsiteY20" fmla="*/ 152589 h 254152"/>
                <a:gd name="connsiteX21" fmla="*/ 67553 w 200128"/>
                <a:gd name="connsiteY21" fmla="*/ 187075 h 254152"/>
                <a:gd name="connsiteX22" fmla="*/ 96944 w 200128"/>
                <a:gd name="connsiteY22" fmla="*/ 199817 h 254152"/>
                <a:gd name="connsiteX23" fmla="*/ 126334 w 200128"/>
                <a:gd name="connsiteY23" fmla="*/ 187246 h 254152"/>
                <a:gd name="connsiteX24" fmla="*/ 138398 w 200128"/>
                <a:gd name="connsiteY24" fmla="*/ 152928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-3629" y="152589"/>
                  </a:moveTo>
                  <a:cubicBezTo>
                    <a:pt x="-3629" y="133107"/>
                    <a:pt x="51" y="116005"/>
                    <a:pt x="7413" y="101281"/>
                  </a:cubicBezTo>
                  <a:cubicBezTo>
                    <a:pt x="14775" y="86557"/>
                    <a:pt x="24797" y="75233"/>
                    <a:pt x="37483" y="67303"/>
                  </a:cubicBezTo>
                  <a:cubicBezTo>
                    <a:pt x="50169" y="59376"/>
                    <a:pt x="64325" y="55411"/>
                    <a:pt x="79956" y="55411"/>
                  </a:cubicBezTo>
                  <a:cubicBezTo>
                    <a:pt x="92413" y="55411"/>
                    <a:pt x="103797" y="58017"/>
                    <a:pt x="114103" y="63227"/>
                  </a:cubicBezTo>
                  <a:cubicBezTo>
                    <a:pt x="124410" y="68437"/>
                    <a:pt x="132509" y="75459"/>
                    <a:pt x="138398" y="84294"/>
                  </a:cubicBezTo>
                  <a:lnTo>
                    <a:pt x="138398" y="-3709"/>
                  </a:lnTo>
                  <a:lnTo>
                    <a:pt x="196500" y="-3709"/>
                  </a:lnTo>
                  <a:lnTo>
                    <a:pt x="196500" y="247725"/>
                  </a:lnTo>
                  <a:lnTo>
                    <a:pt x="138398" y="247725"/>
                  </a:lnTo>
                  <a:lnTo>
                    <a:pt x="138398" y="220542"/>
                  </a:lnTo>
                  <a:cubicBezTo>
                    <a:pt x="132960" y="229605"/>
                    <a:pt x="125201" y="236852"/>
                    <a:pt x="115122" y="242288"/>
                  </a:cubicBezTo>
                  <a:cubicBezTo>
                    <a:pt x="105042" y="247725"/>
                    <a:pt x="93319" y="250443"/>
                    <a:pt x="79956" y="250443"/>
                  </a:cubicBezTo>
                  <a:cubicBezTo>
                    <a:pt x="64325" y="250443"/>
                    <a:pt x="50169" y="246421"/>
                    <a:pt x="37483" y="238380"/>
                  </a:cubicBezTo>
                  <a:cubicBezTo>
                    <a:pt x="24797" y="230339"/>
                    <a:pt x="14775" y="218900"/>
                    <a:pt x="7413" y="204065"/>
                  </a:cubicBezTo>
                  <a:cubicBezTo>
                    <a:pt x="51" y="189227"/>
                    <a:pt x="-3629" y="172068"/>
                    <a:pt x="-3629" y="152589"/>
                  </a:cubicBezTo>
                  <a:close/>
                  <a:moveTo>
                    <a:pt x="138398" y="152928"/>
                  </a:moveTo>
                  <a:cubicBezTo>
                    <a:pt x="138398" y="138430"/>
                    <a:pt x="134376" y="126992"/>
                    <a:pt x="126334" y="118611"/>
                  </a:cubicBezTo>
                  <a:cubicBezTo>
                    <a:pt x="118293" y="110230"/>
                    <a:pt x="108496" y="106039"/>
                    <a:pt x="96944" y="106039"/>
                  </a:cubicBezTo>
                  <a:cubicBezTo>
                    <a:pt x="85391" y="106039"/>
                    <a:pt x="75594" y="110173"/>
                    <a:pt x="67553" y="118440"/>
                  </a:cubicBezTo>
                  <a:cubicBezTo>
                    <a:pt x="59512" y="126709"/>
                    <a:pt x="55492" y="138091"/>
                    <a:pt x="55492" y="152589"/>
                  </a:cubicBezTo>
                  <a:cubicBezTo>
                    <a:pt x="55492" y="167084"/>
                    <a:pt x="59512" y="178580"/>
                    <a:pt x="67553" y="187075"/>
                  </a:cubicBezTo>
                  <a:cubicBezTo>
                    <a:pt x="75594" y="195570"/>
                    <a:pt x="85391" y="199817"/>
                    <a:pt x="96944" y="199817"/>
                  </a:cubicBezTo>
                  <a:cubicBezTo>
                    <a:pt x="108496" y="199817"/>
                    <a:pt x="118293" y="195627"/>
                    <a:pt x="126334" y="187246"/>
                  </a:cubicBezTo>
                  <a:cubicBezTo>
                    <a:pt x="134376" y="178862"/>
                    <a:pt x="138398" y="167424"/>
                    <a:pt x="138398" y="152928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5ABB2D2-2EF0-D2C1-CD04-98CC0265D0EC}"/>
                </a:ext>
              </a:extLst>
            </p:cNvPr>
            <p:cNvSpPr/>
            <p:nvPr/>
          </p:nvSpPr>
          <p:spPr>
            <a:xfrm>
              <a:off x="-1055392" y="968459"/>
              <a:ext cx="190274" cy="195031"/>
            </a:xfrm>
            <a:custGeom>
              <a:avLst/>
              <a:gdLst>
                <a:gd name="connsiteX0" fmla="*/ 185768 w 190274"/>
                <a:gd name="connsiteY0" fmla="*/ 90645 h 195031"/>
                <a:gd name="connsiteX1" fmla="*/ 184749 w 190274"/>
                <a:gd name="connsiteY1" fmla="*/ 107635 h 195031"/>
                <a:gd name="connsiteX2" fmla="*/ 53256 w 190274"/>
                <a:gd name="connsiteY2" fmla="*/ 107635 h 195031"/>
                <a:gd name="connsiteX3" fmla="*/ 64637 w 190274"/>
                <a:gd name="connsiteY3" fmla="*/ 134648 h 195031"/>
                <a:gd name="connsiteX4" fmla="*/ 89272 w 190274"/>
                <a:gd name="connsiteY4" fmla="*/ 143991 h 195031"/>
                <a:gd name="connsiteX5" fmla="*/ 119510 w 190274"/>
                <a:gd name="connsiteY5" fmla="*/ 125642 h 195031"/>
                <a:gd name="connsiteX6" fmla="*/ 181352 w 190274"/>
                <a:gd name="connsiteY6" fmla="*/ 125642 h 195031"/>
                <a:gd name="connsiteX7" fmla="*/ 164190 w 190274"/>
                <a:gd name="connsiteY7" fmla="*/ 159280 h 195031"/>
                <a:gd name="connsiteX8" fmla="*/ 133101 w 190274"/>
                <a:gd name="connsiteY8" fmla="*/ 182724 h 195031"/>
                <a:gd name="connsiteX9" fmla="*/ 91310 w 190274"/>
                <a:gd name="connsiteY9" fmla="*/ 191219 h 195031"/>
                <a:gd name="connsiteX10" fmla="*/ 41703 w 190274"/>
                <a:gd name="connsiteY10" fmla="*/ 179327 h 195031"/>
                <a:gd name="connsiteX11" fmla="*/ 7725 w 190274"/>
                <a:gd name="connsiteY11" fmla="*/ 145350 h 195031"/>
                <a:gd name="connsiteX12" fmla="*/ -4507 w 190274"/>
                <a:gd name="connsiteY12" fmla="*/ 93705 h 195031"/>
                <a:gd name="connsiteX13" fmla="*/ 7554 w 190274"/>
                <a:gd name="connsiteY13" fmla="*/ 42057 h 195031"/>
                <a:gd name="connsiteX14" fmla="*/ 41363 w 190274"/>
                <a:gd name="connsiteY14" fmla="*/ 8080 h 195031"/>
                <a:gd name="connsiteX15" fmla="*/ 91310 w 190274"/>
                <a:gd name="connsiteY15" fmla="*/ -3812 h 195031"/>
                <a:gd name="connsiteX16" fmla="*/ 140237 w 190274"/>
                <a:gd name="connsiteY16" fmla="*/ 7740 h 195031"/>
                <a:gd name="connsiteX17" fmla="*/ 173705 w 190274"/>
                <a:gd name="connsiteY17" fmla="*/ 40699 h 195031"/>
                <a:gd name="connsiteX18" fmla="*/ 185768 w 190274"/>
                <a:gd name="connsiteY18" fmla="*/ 90645 h 195031"/>
                <a:gd name="connsiteX19" fmla="*/ 126307 w 190274"/>
                <a:gd name="connsiteY19" fmla="*/ 75356 h 195031"/>
                <a:gd name="connsiteX20" fmla="*/ 116113 w 190274"/>
                <a:gd name="connsiteY20" fmla="*/ 51572 h 195031"/>
                <a:gd name="connsiteX21" fmla="*/ 90631 w 190274"/>
                <a:gd name="connsiteY21" fmla="*/ 42737 h 195031"/>
                <a:gd name="connsiteX22" fmla="*/ 65996 w 190274"/>
                <a:gd name="connsiteY22" fmla="*/ 51232 h 195031"/>
                <a:gd name="connsiteX23" fmla="*/ 53595 w 190274"/>
                <a:gd name="connsiteY23" fmla="*/ 75356 h 195031"/>
                <a:gd name="connsiteX24" fmla="*/ 126307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5768" y="90645"/>
                  </a:moveTo>
                  <a:cubicBezTo>
                    <a:pt x="185768" y="96083"/>
                    <a:pt x="185428" y="101746"/>
                    <a:pt x="184749" y="107635"/>
                  </a:cubicBezTo>
                  <a:lnTo>
                    <a:pt x="53256" y="107635"/>
                  </a:lnTo>
                  <a:cubicBezTo>
                    <a:pt x="54161" y="119413"/>
                    <a:pt x="57954" y="128416"/>
                    <a:pt x="64637" y="134648"/>
                  </a:cubicBezTo>
                  <a:cubicBezTo>
                    <a:pt x="71319" y="140876"/>
                    <a:pt x="79532" y="143991"/>
                    <a:pt x="89272" y="143991"/>
                  </a:cubicBezTo>
                  <a:cubicBezTo>
                    <a:pt x="103767" y="143991"/>
                    <a:pt x="113847" y="137874"/>
                    <a:pt x="119510" y="125642"/>
                  </a:cubicBezTo>
                  <a:lnTo>
                    <a:pt x="181352" y="125642"/>
                  </a:lnTo>
                  <a:cubicBezTo>
                    <a:pt x="178180" y="138102"/>
                    <a:pt x="172460" y="149314"/>
                    <a:pt x="164190" y="159280"/>
                  </a:cubicBezTo>
                  <a:cubicBezTo>
                    <a:pt x="155923" y="169248"/>
                    <a:pt x="145561" y="177061"/>
                    <a:pt x="133101" y="182724"/>
                  </a:cubicBezTo>
                  <a:cubicBezTo>
                    <a:pt x="120644" y="188388"/>
                    <a:pt x="106713" y="191219"/>
                    <a:pt x="91310" y="191219"/>
                  </a:cubicBezTo>
                  <a:cubicBezTo>
                    <a:pt x="72735" y="191219"/>
                    <a:pt x="56199" y="187255"/>
                    <a:pt x="41703" y="179327"/>
                  </a:cubicBezTo>
                  <a:cubicBezTo>
                    <a:pt x="27205" y="171400"/>
                    <a:pt x="15878" y="160073"/>
                    <a:pt x="7725" y="145350"/>
                  </a:cubicBezTo>
                  <a:cubicBezTo>
                    <a:pt x="-430" y="130626"/>
                    <a:pt x="-4507" y="113410"/>
                    <a:pt x="-4507" y="93705"/>
                  </a:cubicBezTo>
                  <a:cubicBezTo>
                    <a:pt x="-4507" y="73997"/>
                    <a:pt x="-487" y="56781"/>
                    <a:pt x="7554" y="42057"/>
                  </a:cubicBezTo>
                  <a:cubicBezTo>
                    <a:pt x="15596" y="27334"/>
                    <a:pt x="26865" y="16009"/>
                    <a:pt x="41363" y="8080"/>
                  </a:cubicBezTo>
                  <a:cubicBezTo>
                    <a:pt x="55859" y="152"/>
                    <a:pt x="72507" y="-3812"/>
                    <a:pt x="91310" y="-3812"/>
                  </a:cubicBezTo>
                  <a:cubicBezTo>
                    <a:pt x="109657" y="-3812"/>
                    <a:pt x="125967" y="38"/>
                    <a:pt x="140237" y="7740"/>
                  </a:cubicBezTo>
                  <a:cubicBezTo>
                    <a:pt x="154508" y="15442"/>
                    <a:pt x="165663" y="26429"/>
                    <a:pt x="173705" y="40699"/>
                  </a:cubicBezTo>
                  <a:cubicBezTo>
                    <a:pt x="181746" y="54969"/>
                    <a:pt x="185768" y="71619"/>
                    <a:pt x="185768" y="90645"/>
                  </a:cubicBezTo>
                  <a:close/>
                  <a:moveTo>
                    <a:pt x="126307" y="75356"/>
                  </a:moveTo>
                  <a:cubicBezTo>
                    <a:pt x="126307" y="65388"/>
                    <a:pt x="122908" y="57461"/>
                    <a:pt x="116113" y="51572"/>
                  </a:cubicBezTo>
                  <a:cubicBezTo>
                    <a:pt x="109317" y="45683"/>
                    <a:pt x="100824" y="42737"/>
                    <a:pt x="90631" y="42737"/>
                  </a:cubicBezTo>
                  <a:cubicBezTo>
                    <a:pt x="80891" y="42737"/>
                    <a:pt x="72678" y="45569"/>
                    <a:pt x="65996" y="51232"/>
                  </a:cubicBezTo>
                  <a:cubicBezTo>
                    <a:pt x="59313" y="56895"/>
                    <a:pt x="55180" y="64937"/>
                    <a:pt x="53595" y="75356"/>
                  </a:cubicBezTo>
                  <a:lnTo>
                    <a:pt x="126307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89EBDF5-6971-B7F5-B5F1-0775BA50FB7A}"/>
                </a:ext>
              </a:extLst>
            </p:cNvPr>
            <p:cNvSpPr/>
            <p:nvPr/>
          </p:nvSpPr>
          <p:spPr>
            <a:xfrm>
              <a:off x="-811866" y="968459"/>
              <a:ext cx="190274" cy="195031"/>
            </a:xfrm>
            <a:custGeom>
              <a:avLst/>
              <a:gdLst>
                <a:gd name="connsiteX0" fmla="*/ 184949 w 190274"/>
                <a:gd name="connsiteY0" fmla="*/ 90645 h 195031"/>
                <a:gd name="connsiteX1" fmla="*/ 183929 w 190274"/>
                <a:gd name="connsiteY1" fmla="*/ 107635 h 195031"/>
                <a:gd name="connsiteX2" fmla="*/ 52437 w 190274"/>
                <a:gd name="connsiteY2" fmla="*/ 107635 h 195031"/>
                <a:gd name="connsiteX3" fmla="*/ 63818 w 190274"/>
                <a:gd name="connsiteY3" fmla="*/ 134648 h 195031"/>
                <a:gd name="connsiteX4" fmla="*/ 88453 w 190274"/>
                <a:gd name="connsiteY4" fmla="*/ 143991 h 195031"/>
                <a:gd name="connsiteX5" fmla="*/ 118691 w 190274"/>
                <a:gd name="connsiteY5" fmla="*/ 125642 h 195031"/>
                <a:gd name="connsiteX6" fmla="*/ 180533 w 190274"/>
                <a:gd name="connsiteY6" fmla="*/ 125642 h 195031"/>
                <a:gd name="connsiteX7" fmla="*/ 163374 w 190274"/>
                <a:gd name="connsiteY7" fmla="*/ 159280 h 195031"/>
                <a:gd name="connsiteX8" fmla="*/ 132285 w 190274"/>
                <a:gd name="connsiteY8" fmla="*/ 182724 h 195031"/>
                <a:gd name="connsiteX9" fmla="*/ 90491 w 190274"/>
                <a:gd name="connsiteY9" fmla="*/ 191219 h 195031"/>
                <a:gd name="connsiteX10" fmla="*/ 40884 w 190274"/>
                <a:gd name="connsiteY10" fmla="*/ 179327 h 195031"/>
                <a:gd name="connsiteX11" fmla="*/ 6906 w 190274"/>
                <a:gd name="connsiteY11" fmla="*/ 145350 h 195031"/>
                <a:gd name="connsiteX12" fmla="*/ -5326 w 190274"/>
                <a:gd name="connsiteY12" fmla="*/ 93705 h 195031"/>
                <a:gd name="connsiteX13" fmla="*/ 6735 w 190274"/>
                <a:gd name="connsiteY13" fmla="*/ 42057 h 195031"/>
                <a:gd name="connsiteX14" fmla="*/ 40544 w 190274"/>
                <a:gd name="connsiteY14" fmla="*/ 8080 h 195031"/>
                <a:gd name="connsiteX15" fmla="*/ 90491 w 190274"/>
                <a:gd name="connsiteY15" fmla="*/ -3812 h 195031"/>
                <a:gd name="connsiteX16" fmla="*/ 139418 w 190274"/>
                <a:gd name="connsiteY16" fmla="*/ 7740 h 195031"/>
                <a:gd name="connsiteX17" fmla="*/ 172885 w 190274"/>
                <a:gd name="connsiteY17" fmla="*/ 40699 h 195031"/>
                <a:gd name="connsiteX18" fmla="*/ 184949 w 190274"/>
                <a:gd name="connsiteY18" fmla="*/ 90645 h 195031"/>
                <a:gd name="connsiteX19" fmla="*/ 125488 w 190274"/>
                <a:gd name="connsiteY19" fmla="*/ 75356 h 195031"/>
                <a:gd name="connsiteX20" fmla="*/ 115294 w 190274"/>
                <a:gd name="connsiteY20" fmla="*/ 51572 h 195031"/>
                <a:gd name="connsiteX21" fmla="*/ 89811 w 190274"/>
                <a:gd name="connsiteY21" fmla="*/ 42737 h 195031"/>
                <a:gd name="connsiteX22" fmla="*/ 65177 w 190274"/>
                <a:gd name="connsiteY22" fmla="*/ 51232 h 195031"/>
                <a:gd name="connsiteX23" fmla="*/ 52776 w 190274"/>
                <a:gd name="connsiteY23" fmla="*/ 75356 h 195031"/>
                <a:gd name="connsiteX24" fmla="*/ 12548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4949" y="90645"/>
                  </a:moveTo>
                  <a:cubicBezTo>
                    <a:pt x="184949" y="96083"/>
                    <a:pt x="184609" y="101746"/>
                    <a:pt x="183929" y="107635"/>
                  </a:cubicBezTo>
                  <a:lnTo>
                    <a:pt x="52437" y="107635"/>
                  </a:lnTo>
                  <a:cubicBezTo>
                    <a:pt x="53342" y="119413"/>
                    <a:pt x="57135" y="128416"/>
                    <a:pt x="63818" y="134648"/>
                  </a:cubicBezTo>
                  <a:cubicBezTo>
                    <a:pt x="70500" y="140876"/>
                    <a:pt x="78713" y="143991"/>
                    <a:pt x="88453" y="143991"/>
                  </a:cubicBezTo>
                  <a:cubicBezTo>
                    <a:pt x="102948" y="143991"/>
                    <a:pt x="113030" y="137874"/>
                    <a:pt x="118691" y="125642"/>
                  </a:cubicBezTo>
                  <a:lnTo>
                    <a:pt x="180533" y="125642"/>
                  </a:lnTo>
                  <a:cubicBezTo>
                    <a:pt x="177361" y="138102"/>
                    <a:pt x="171641" y="149314"/>
                    <a:pt x="163374" y="159280"/>
                  </a:cubicBezTo>
                  <a:cubicBezTo>
                    <a:pt x="155104" y="169248"/>
                    <a:pt x="144742" y="177061"/>
                    <a:pt x="132285" y="182724"/>
                  </a:cubicBezTo>
                  <a:cubicBezTo>
                    <a:pt x="119825" y="188388"/>
                    <a:pt x="105894" y="191219"/>
                    <a:pt x="90491" y="191219"/>
                  </a:cubicBezTo>
                  <a:cubicBezTo>
                    <a:pt x="71916" y="191219"/>
                    <a:pt x="55380" y="187255"/>
                    <a:pt x="40884" y="179327"/>
                  </a:cubicBezTo>
                  <a:cubicBezTo>
                    <a:pt x="26386" y="171400"/>
                    <a:pt x="15062" y="160073"/>
                    <a:pt x="6906" y="145350"/>
                  </a:cubicBezTo>
                  <a:cubicBezTo>
                    <a:pt x="-1249" y="130626"/>
                    <a:pt x="-5326" y="113410"/>
                    <a:pt x="-5326" y="93705"/>
                  </a:cubicBezTo>
                  <a:cubicBezTo>
                    <a:pt x="-5326" y="73997"/>
                    <a:pt x="-1306" y="56781"/>
                    <a:pt x="6735" y="42057"/>
                  </a:cubicBezTo>
                  <a:cubicBezTo>
                    <a:pt x="14776" y="27334"/>
                    <a:pt x="26046" y="16009"/>
                    <a:pt x="40544" y="8080"/>
                  </a:cubicBezTo>
                  <a:cubicBezTo>
                    <a:pt x="55040" y="152"/>
                    <a:pt x="71691" y="-3812"/>
                    <a:pt x="90491" y="-3812"/>
                  </a:cubicBezTo>
                  <a:cubicBezTo>
                    <a:pt x="108840" y="-3812"/>
                    <a:pt x="125148" y="38"/>
                    <a:pt x="139418" y="7740"/>
                  </a:cubicBezTo>
                  <a:cubicBezTo>
                    <a:pt x="153688" y="15442"/>
                    <a:pt x="164847" y="26429"/>
                    <a:pt x="172885" y="40699"/>
                  </a:cubicBezTo>
                  <a:cubicBezTo>
                    <a:pt x="180929" y="54969"/>
                    <a:pt x="184949" y="71619"/>
                    <a:pt x="184949" y="90645"/>
                  </a:cubicBezTo>
                  <a:close/>
                  <a:moveTo>
                    <a:pt x="125488" y="75356"/>
                  </a:moveTo>
                  <a:cubicBezTo>
                    <a:pt x="125488" y="65388"/>
                    <a:pt x="122091" y="57461"/>
                    <a:pt x="115294" y="51572"/>
                  </a:cubicBezTo>
                  <a:cubicBezTo>
                    <a:pt x="108498" y="45683"/>
                    <a:pt x="100005" y="42737"/>
                    <a:pt x="89811" y="42737"/>
                  </a:cubicBezTo>
                  <a:cubicBezTo>
                    <a:pt x="80072" y="42737"/>
                    <a:pt x="71859" y="45569"/>
                    <a:pt x="65177" y="51232"/>
                  </a:cubicBezTo>
                  <a:cubicBezTo>
                    <a:pt x="58494" y="56895"/>
                    <a:pt x="54361" y="64937"/>
                    <a:pt x="52776" y="75356"/>
                  </a:cubicBezTo>
                  <a:lnTo>
                    <a:pt x="12548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F40713D-9E85-58D9-6CD3-A9892247A41C}"/>
                </a:ext>
              </a:extLst>
            </p:cNvPr>
            <p:cNvSpPr/>
            <p:nvPr/>
          </p:nvSpPr>
          <p:spPr>
            <a:xfrm>
              <a:off x="-557402" y="969138"/>
              <a:ext cx="188575" cy="191634"/>
            </a:xfrm>
            <a:custGeom>
              <a:avLst/>
              <a:gdLst>
                <a:gd name="connsiteX0" fmla="*/ 109342 w 188575"/>
                <a:gd name="connsiteY0" fmla="*/ -3809 h 191634"/>
                <a:gd name="connsiteX1" fmla="*/ 162517 w 188575"/>
                <a:gd name="connsiteY1" fmla="*/ 17769 h 191634"/>
                <a:gd name="connsiteX2" fmla="*/ 182393 w 188575"/>
                <a:gd name="connsiteY2" fmla="*/ 77058 h 191634"/>
                <a:gd name="connsiteX3" fmla="*/ 182393 w 188575"/>
                <a:gd name="connsiteY3" fmla="*/ 187826 h 191634"/>
                <a:gd name="connsiteX4" fmla="*/ 124631 w 188575"/>
                <a:gd name="connsiteY4" fmla="*/ 187826 h 191634"/>
                <a:gd name="connsiteX5" fmla="*/ 124631 w 188575"/>
                <a:gd name="connsiteY5" fmla="*/ 84874 h 191634"/>
                <a:gd name="connsiteX6" fmla="*/ 114777 w 188575"/>
                <a:gd name="connsiteY6" fmla="*/ 55312 h 191634"/>
                <a:gd name="connsiteX7" fmla="*/ 88275 w 188575"/>
                <a:gd name="connsiteY7" fmla="*/ 44781 h 191634"/>
                <a:gd name="connsiteX8" fmla="*/ 61773 w 188575"/>
                <a:gd name="connsiteY8" fmla="*/ 55312 h 191634"/>
                <a:gd name="connsiteX9" fmla="*/ 51919 w 188575"/>
                <a:gd name="connsiteY9" fmla="*/ 84874 h 191634"/>
                <a:gd name="connsiteX10" fmla="*/ 51919 w 188575"/>
                <a:gd name="connsiteY10" fmla="*/ 187826 h 191634"/>
                <a:gd name="connsiteX11" fmla="*/ -6183 w 188575"/>
                <a:gd name="connsiteY11" fmla="*/ 187826 h 191634"/>
                <a:gd name="connsiteX12" fmla="*/ -6183 w 188575"/>
                <a:gd name="connsiteY12" fmla="*/ -1768 h 191634"/>
                <a:gd name="connsiteX13" fmla="*/ 51919 w 188575"/>
                <a:gd name="connsiteY13" fmla="*/ -1768 h 191634"/>
                <a:gd name="connsiteX14" fmla="*/ 51919 w 188575"/>
                <a:gd name="connsiteY14" fmla="*/ 23375 h 191634"/>
                <a:gd name="connsiteX15" fmla="*/ 75704 w 188575"/>
                <a:gd name="connsiteY15" fmla="*/ 3496 h 191634"/>
                <a:gd name="connsiteX16" fmla="*/ 109342 w 188575"/>
                <a:gd name="connsiteY16" fmla="*/ -380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8575" h="191634">
                  <a:moveTo>
                    <a:pt x="109342" y="-3809"/>
                  </a:moveTo>
                  <a:cubicBezTo>
                    <a:pt x="131539" y="-3809"/>
                    <a:pt x="149266" y="3384"/>
                    <a:pt x="162517" y="17769"/>
                  </a:cubicBezTo>
                  <a:cubicBezTo>
                    <a:pt x="175768" y="32153"/>
                    <a:pt x="182393" y="51915"/>
                    <a:pt x="182393" y="77058"/>
                  </a:cubicBezTo>
                  <a:lnTo>
                    <a:pt x="182393" y="187826"/>
                  </a:lnTo>
                  <a:lnTo>
                    <a:pt x="124631" y="187826"/>
                  </a:lnTo>
                  <a:lnTo>
                    <a:pt x="124631" y="84874"/>
                  </a:lnTo>
                  <a:cubicBezTo>
                    <a:pt x="124631" y="72188"/>
                    <a:pt x="121346" y="62334"/>
                    <a:pt x="114777" y="55312"/>
                  </a:cubicBezTo>
                  <a:cubicBezTo>
                    <a:pt x="108209" y="48290"/>
                    <a:pt x="99374" y="44781"/>
                    <a:pt x="88275" y="44781"/>
                  </a:cubicBezTo>
                  <a:cubicBezTo>
                    <a:pt x="77177" y="44781"/>
                    <a:pt x="68342" y="48290"/>
                    <a:pt x="61773" y="55312"/>
                  </a:cubicBezTo>
                  <a:cubicBezTo>
                    <a:pt x="55205" y="62334"/>
                    <a:pt x="51919" y="72188"/>
                    <a:pt x="51919" y="84874"/>
                  </a:cubicBezTo>
                  <a:lnTo>
                    <a:pt x="51919" y="187826"/>
                  </a:lnTo>
                  <a:lnTo>
                    <a:pt x="-6183" y="187826"/>
                  </a:lnTo>
                  <a:lnTo>
                    <a:pt x="-6183" y="-1768"/>
                  </a:lnTo>
                  <a:lnTo>
                    <a:pt x="51919" y="-1768"/>
                  </a:lnTo>
                  <a:lnTo>
                    <a:pt x="51919" y="23375"/>
                  </a:lnTo>
                  <a:cubicBezTo>
                    <a:pt x="57809" y="14994"/>
                    <a:pt x="65738" y="8368"/>
                    <a:pt x="75704" y="3496"/>
                  </a:cubicBezTo>
                  <a:cubicBezTo>
                    <a:pt x="85672" y="-1374"/>
                    <a:pt x="96882" y="-3809"/>
                    <a:pt x="109342" y="-380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D449B3C-3AF3-4A76-A4BB-28450906D963}"/>
                </a:ext>
              </a:extLst>
            </p:cNvPr>
            <p:cNvSpPr/>
            <p:nvPr/>
          </p:nvSpPr>
          <p:spPr>
            <a:xfrm>
              <a:off x="-1779782" y="1215889"/>
              <a:ext cx="113261" cy="152576"/>
            </a:xfrm>
            <a:custGeom>
              <a:avLst/>
              <a:gdLst>
                <a:gd name="connsiteX0" fmla="*/ -1260 w 113261"/>
                <a:gd name="connsiteY0" fmla="*/ 90952 h 152576"/>
                <a:gd name="connsiteX1" fmla="*/ 5666 w 113261"/>
                <a:gd name="connsiteY1" fmla="*/ 60905 h 152576"/>
                <a:gd name="connsiteX2" fmla="*/ 24713 w 113261"/>
                <a:gd name="connsiteY2" fmla="*/ 40840 h 152576"/>
                <a:gd name="connsiteX3" fmla="*/ 51909 w 113261"/>
                <a:gd name="connsiteY3" fmla="*/ 33711 h 152576"/>
                <a:gd name="connsiteX4" fmla="*/ 76149 w 113261"/>
                <a:gd name="connsiteY4" fmla="*/ 39719 h 152576"/>
                <a:gd name="connsiteX5" fmla="*/ 93260 w 113261"/>
                <a:gd name="connsiteY5" fmla="*/ 55507 h 152576"/>
                <a:gd name="connsiteX6" fmla="*/ 93260 w 113261"/>
                <a:gd name="connsiteY6" fmla="*/ -3569 h 152576"/>
                <a:gd name="connsiteX7" fmla="*/ 112002 w 113261"/>
                <a:gd name="connsiteY7" fmla="*/ -3569 h 152576"/>
                <a:gd name="connsiteX8" fmla="*/ 112002 w 113261"/>
                <a:gd name="connsiteY8" fmla="*/ 147175 h 152576"/>
                <a:gd name="connsiteX9" fmla="*/ 93260 w 113261"/>
                <a:gd name="connsiteY9" fmla="*/ 147175 h 152576"/>
                <a:gd name="connsiteX10" fmla="*/ 93260 w 113261"/>
                <a:gd name="connsiteY10" fmla="*/ 126193 h 152576"/>
                <a:gd name="connsiteX11" fmla="*/ 76964 w 113261"/>
                <a:gd name="connsiteY11" fmla="*/ 142592 h 152576"/>
                <a:gd name="connsiteX12" fmla="*/ 51705 w 113261"/>
                <a:gd name="connsiteY12" fmla="*/ 149008 h 152576"/>
                <a:gd name="connsiteX13" fmla="*/ 24713 w 113261"/>
                <a:gd name="connsiteY13" fmla="*/ 141675 h 152576"/>
                <a:gd name="connsiteX14" fmla="*/ 5666 w 113261"/>
                <a:gd name="connsiteY14" fmla="*/ 121100 h 152576"/>
                <a:gd name="connsiteX15" fmla="*/ -1260 w 113261"/>
                <a:gd name="connsiteY15" fmla="*/ 90952 h 152576"/>
                <a:gd name="connsiteX16" fmla="*/ 93260 w 113261"/>
                <a:gd name="connsiteY16" fmla="*/ 91156 h 152576"/>
                <a:gd name="connsiteX17" fmla="*/ 88169 w 113261"/>
                <a:gd name="connsiteY17" fmla="*/ 69155 h 152576"/>
                <a:gd name="connsiteX18" fmla="*/ 74417 w 113261"/>
                <a:gd name="connsiteY18" fmla="*/ 54793 h 152576"/>
                <a:gd name="connsiteX19" fmla="*/ 55371 w 113261"/>
                <a:gd name="connsiteY19" fmla="*/ 49803 h 152576"/>
                <a:gd name="connsiteX20" fmla="*/ 36426 w 113261"/>
                <a:gd name="connsiteY20" fmla="*/ 54692 h 152576"/>
                <a:gd name="connsiteX21" fmla="*/ 22777 w 113261"/>
                <a:gd name="connsiteY21" fmla="*/ 68952 h 152576"/>
                <a:gd name="connsiteX22" fmla="*/ 17686 w 113261"/>
                <a:gd name="connsiteY22" fmla="*/ 90952 h 152576"/>
                <a:gd name="connsiteX23" fmla="*/ 22777 w 113261"/>
                <a:gd name="connsiteY23" fmla="*/ 113257 h 152576"/>
                <a:gd name="connsiteX24" fmla="*/ 36426 w 113261"/>
                <a:gd name="connsiteY24" fmla="*/ 127720 h 152576"/>
                <a:gd name="connsiteX25" fmla="*/ 55371 w 113261"/>
                <a:gd name="connsiteY25" fmla="*/ 132712 h 152576"/>
                <a:gd name="connsiteX26" fmla="*/ 74417 w 113261"/>
                <a:gd name="connsiteY26" fmla="*/ 127720 h 152576"/>
                <a:gd name="connsiteX27" fmla="*/ 88169 w 113261"/>
                <a:gd name="connsiteY27" fmla="*/ 113257 h 152576"/>
                <a:gd name="connsiteX28" fmla="*/ 93260 w 113261"/>
                <a:gd name="connsiteY28" fmla="*/ 91156 h 152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3261" h="152576">
                  <a:moveTo>
                    <a:pt x="-1260" y="90952"/>
                  </a:moveTo>
                  <a:cubicBezTo>
                    <a:pt x="-1260" y="79544"/>
                    <a:pt x="1049" y="69529"/>
                    <a:pt x="5666" y="60905"/>
                  </a:cubicBezTo>
                  <a:cubicBezTo>
                    <a:pt x="10284" y="52281"/>
                    <a:pt x="16633" y="45593"/>
                    <a:pt x="24713" y="40840"/>
                  </a:cubicBezTo>
                  <a:cubicBezTo>
                    <a:pt x="32794" y="36086"/>
                    <a:pt x="41859" y="33711"/>
                    <a:pt x="51909" y="33711"/>
                  </a:cubicBezTo>
                  <a:cubicBezTo>
                    <a:pt x="60599" y="33711"/>
                    <a:pt x="68681" y="35713"/>
                    <a:pt x="76149" y="39719"/>
                  </a:cubicBezTo>
                  <a:cubicBezTo>
                    <a:pt x="83618" y="43726"/>
                    <a:pt x="89322" y="48988"/>
                    <a:pt x="93260" y="55507"/>
                  </a:cubicBezTo>
                  <a:lnTo>
                    <a:pt x="93260" y="-3569"/>
                  </a:lnTo>
                  <a:lnTo>
                    <a:pt x="112002" y="-3569"/>
                  </a:lnTo>
                  <a:lnTo>
                    <a:pt x="112002" y="147175"/>
                  </a:lnTo>
                  <a:lnTo>
                    <a:pt x="93260" y="147175"/>
                  </a:lnTo>
                  <a:lnTo>
                    <a:pt x="93260" y="126193"/>
                  </a:lnTo>
                  <a:cubicBezTo>
                    <a:pt x="89594" y="132847"/>
                    <a:pt x="84162" y="138313"/>
                    <a:pt x="76964" y="142592"/>
                  </a:cubicBezTo>
                  <a:cubicBezTo>
                    <a:pt x="69767" y="146869"/>
                    <a:pt x="61347" y="149008"/>
                    <a:pt x="51705" y="149008"/>
                  </a:cubicBezTo>
                  <a:cubicBezTo>
                    <a:pt x="41791" y="149008"/>
                    <a:pt x="32794" y="146564"/>
                    <a:pt x="24713" y="141675"/>
                  </a:cubicBezTo>
                  <a:cubicBezTo>
                    <a:pt x="16633" y="136785"/>
                    <a:pt x="10284" y="129928"/>
                    <a:pt x="5666" y="121100"/>
                  </a:cubicBezTo>
                  <a:cubicBezTo>
                    <a:pt x="1049" y="112273"/>
                    <a:pt x="-1260" y="102223"/>
                    <a:pt x="-1260" y="90952"/>
                  </a:cubicBezTo>
                  <a:close/>
                  <a:moveTo>
                    <a:pt x="93260" y="91156"/>
                  </a:moveTo>
                  <a:cubicBezTo>
                    <a:pt x="93260" y="82736"/>
                    <a:pt x="91564" y="75402"/>
                    <a:pt x="88169" y="69155"/>
                  </a:cubicBezTo>
                  <a:cubicBezTo>
                    <a:pt x="84773" y="62907"/>
                    <a:pt x="80190" y="58120"/>
                    <a:pt x="74417" y="54793"/>
                  </a:cubicBezTo>
                  <a:cubicBezTo>
                    <a:pt x="68646" y="51466"/>
                    <a:pt x="62297" y="49803"/>
                    <a:pt x="55371" y="49803"/>
                  </a:cubicBezTo>
                  <a:cubicBezTo>
                    <a:pt x="48445" y="49803"/>
                    <a:pt x="42130" y="51432"/>
                    <a:pt x="36426" y="54692"/>
                  </a:cubicBezTo>
                  <a:cubicBezTo>
                    <a:pt x="30723" y="57951"/>
                    <a:pt x="26173" y="62704"/>
                    <a:pt x="22777" y="68952"/>
                  </a:cubicBezTo>
                  <a:cubicBezTo>
                    <a:pt x="19383" y="75198"/>
                    <a:pt x="17686" y="82532"/>
                    <a:pt x="17686" y="90952"/>
                  </a:cubicBezTo>
                  <a:cubicBezTo>
                    <a:pt x="17686" y="99507"/>
                    <a:pt x="19383" y="106943"/>
                    <a:pt x="22777" y="113257"/>
                  </a:cubicBezTo>
                  <a:cubicBezTo>
                    <a:pt x="26173" y="119572"/>
                    <a:pt x="30723" y="124393"/>
                    <a:pt x="36426" y="127720"/>
                  </a:cubicBezTo>
                  <a:cubicBezTo>
                    <a:pt x="42130" y="131048"/>
                    <a:pt x="48445" y="132712"/>
                    <a:pt x="55371" y="132712"/>
                  </a:cubicBezTo>
                  <a:cubicBezTo>
                    <a:pt x="62297" y="132712"/>
                    <a:pt x="68646" y="131048"/>
                    <a:pt x="74417" y="127720"/>
                  </a:cubicBezTo>
                  <a:cubicBezTo>
                    <a:pt x="80190" y="124393"/>
                    <a:pt x="84773" y="119572"/>
                    <a:pt x="88169" y="113257"/>
                  </a:cubicBezTo>
                  <a:cubicBezTo>
                    <a:pt x="91564" y="106943"/>
                    <a:pt x="93260" y="99576"/>
                    <a:pt x="93260" y="91156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43C7370-9610-23B3-F00D-91CED73A7904}"/>
                </a:ext>
              </a:extLst>
            </p:cNvPr>
            <p:cNvSpPr/>
            <p:nvPr/>
          </p:nvSpPr>
          <p:spPr>
            <a:xfrm>
              <a:off x="-1419642" y="1211612"/>
              <a:ext cx="24851" cy="155020"/>
            </a:xfrm>
            <a:custGeom>
              <a:avLst/>
              <a:gdLst>
                <a:gd name="connsiteX0" fmla="*/ 9640 w 24851"/>
                <a:gd name="connsiteY0" fmla="*/ 21709 h 155020"/>
                <a:gd name="connsiteX1" fmla="*/ 677 w 24851"/>
                <a:gd name="connsiteY1" fmla="*/ 18043 h 155020"/>
                <a:gd name="connsiteX2" fmla="*/ -2988 w 24851"/>
                <a:gd name="connsiteY2" fmla="*/ 9079 h 155020"/>
                <a:gd name="connsiteX3" fmla="*/ 677 w 24851"/>
                <a:gd name="connsiteY3" fmla="*/ 116 h 155020"/>
                <a:gd name="connsiteX4" fmla="*/ 9640 w 24851"/>
                <a:gd name="connsiteY4" fmla="*/ -3550 h 155020"/>
                <a:gd name="connsiteX5" fmla="*/ 18298 w 24851"/>
                <a:gd name="connsiteY5" fmla="*/ 116 h 155020"/>
                <a:gd name="connsiteX6" fmla="*/ 21863 w 24851"/>
                <a:gd name="connsiteY6" fmla="*/ 9079 h 155020"/>
                <a:gd name="connsiteX7" fmla="*/ 18298 w 24851"/>
                <a:gd name="connsiteY7" fmla="*/ 18043 h 155020"/>
                <a:gd name="connsiteX8" fmla="*/ 9640 w 24851"/>
                <a:gd name="connsiteY8" fmla="*/ 21709 h 155020"/>
                <a:gd name="connsiteX9" fmla="*/ 18604 w 24851"/>
                <a:gd name="connsiteY9" fmla="*/ 39839 h 155020"/>
                <a:gd name="connsiteX10" fmla="*/ 18604 w 24851"/>
                <a:gd name="connsiteY10" fmla="*/ 151471 h 155020"/>
                <a:gd name="connsiteX11" fmla="*/ 66 w 24851"/>
                <a:gd name="connsiteY11" fmla="*/ 151471 h 155020"/>
                <a:gd name="connsiteX12" fmla="*/ 66 w 24851"/>
                <a:gd name="connsiteY12" fmla="*/ 39839 h 155020"/>
                <a:gd name="connsiteX13" fmla="*/ 18604 w 24851"/>
                <a:gd name="connsiteY13" fmla="*/ 39839 h 15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51" h="155020">
                  <a:moveTo>
                    <a:pt x="9640" y="21709"/>
                  </a:moveTo>
                  <a:cubicBezTo>
                    <a:pt x="6110" y="21709"/>
                    <a:pt x="3123" y="20487"/>
                    <a:pt x="677" y="18043"/>
                  </a:cubicBezTo>
                  <a:cubicBezTo>
                    <a:pt x="-1766" y="15597"/>
                    <a:pt x="-2988" y="12611"/>
                    <a:pt x="-2988" y="9079"/>
                  </a:cubicBezTo>
                  <a:cubicBezTo>
                    <a:pt x="-2988" y="5548"/>
                    <a:pt x="-1766" y="2561"/>
                    <a:pt x="677" y="116"/>
                  </a:cubicBezTo>
                  <a:cubicBezTo>
                    <a:pt x="3123" y="-2328"/>
                    <a:pt x="6110" y="-3550"/>
                    <a:pt x="9640" y="-3550"/>
                  </a:cubicBezTo>
                  <a:cubicBezTo>
                    <a:pt x="13036" y="-3550"/>
                    <a:pt x="15923" y="-2328"/>
                    <a:pt x="18298" y="116"/>
                  </a:cubicBezTo>
                  <a:cubicBezTo>
                    <a:pt x="20675" y="2561"/>
                    <a:pt x="21863" y="5548"/>
                    <a:pt x="21863" y="9079"/>
                  </a:cubicBezTo>
                  <a:cubicBezTo>
                    <a:pt x="21863" y="12611"/>
                    <a:pt x="20675" y="15597"/>
                    <a:pt x="18298" y="18043"/>
                  </a:cubicBezTo>
                  <a:cubicBezTo>
                    <a:pt x="15923" y="20487"/>
                    <a:pt x="13036" y="21709"/>
                    <a:pt x="9640" y="21709"/>
                  </a:cubicBezTo>
                  <a:close/>
                  <a:moveTo>
                    <a:pt x="18604" y="39839"/>
                  </a:moveTo>
                  <a:lnTo>
                    <a:pt x="18604" y="151471"/>
                  </a:lnTo>
                  <a:lnTo>
                    <a:pt x="66" y="151471"/>
                  </a:lnTo>
                  <a:lnTo>
                    <a:pt x="66" y="39839"/>
                  </a:lnTo>
                  <a:lnTo>
                    <a:pt x="18604" y="39839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6EC0D58-9889-075B-3218-A7D0F2CB3E81}"/>
                </a:ext>
              </a:extLst>
            </p:cNvPr>
            <p:cNvSpPr/>
            <p:nvPr/>
          </p:nvSpPr>
          <p:spPr>
            <a:xfrm>
              <a:off x="-1323560" y="1253169"/>
              <a:ext cx="86373" cy="115297"/>
            </a:xfrm>
            <a:custGeom>
              <a:avLst/>
              <a:gdLst>
                <a:gd name="connsiteX0" fmla="*/ 41950 w 86373"/>
                <a:gd name="connsiteY0" fmla="*/ 111614 h 115297"/>
                <a:gd name="connsiteX1" fmla="*/ 18931 w 86373"/>
                <a:gd name="connsiteY1" fmla="*/ 107234 h 115297"/>
                <a:gd name="connsiteX2" fmla="*/ 2837 w 86373"/>
                <a:gd name="connsiteY2" fmla="*/ 95011 h 115297"/>
                <a:gd name="connsiteX3" fmla="*/ -3682 w 86373"/>
                <a:gd name="connsiteY3" fmla="*/ 76983 h 115297"/>
                <a:gd name="connsiteX4" fmla="*/ 15467 w 86373"/>
                <a:gd name="connsiteY4" fmla="*/ 76983 h 115297"/>
                <a:gd name="connsiteX5" fmla="*/ 23311 w 86373"/>
                <a:gd name="connsiteY5" fmla="*/ 90632 h 115297"/>
                <a:gd name="connsiteX6" fmla="*/ 41746 w 86373"/>
                <a:gd name="connsiteY6" fmla="*/ 95928 h 115297"/>
                <a:gd name="connsiteX7" fmla="*/ 58449 w 86373"/>
                <a:gd name="connsiteY7" fmla="*/ 91243 h 115297"/>
                <a:gd name="connsiteX8" fmla="*/ 64561 w 86373"/>
                <a:gd name="connsiteY8" fmla="*/ 79427 h 115297"/>
                <a:gd name="connsiteX9" fmla="*/ 58042 w 86373"/>
                <a:gd name="connsiteY9" fmla="*/ 68529 h 115297"/>
                <a:gd name="connsiteX10" fmla="*/ 37875 w 86373"/>
                <a:gd name="connsiteY10" fmla="*/ 61502 h 115297"/>
                <a:gd name="connsiteX11" fmla="*/ 17607 w 86373"/>
                <a:gd name="connsiteY11" fmla="*/ 54881 h 115297"/>
                <a:gd name="connsiteX12" fmla="*/ 4162 w 86373"/>
                <a:gd name="connsiteY12" fmla="*/ 44900 h 115297"/>
                <a:gd name="connsiteX13" fmla="*/ -1440 w 86373"/>
                <a:gd name="connsiteY13" fmla="*/ 27483 h 115297"/>
                <a:gd name="connsiteX14" fmla="*/ 3652 w 86373"/>
                <a:gd name="connsiteY14" fmla="*/ 11797 h 115297"/>
                <a:gd name="connsiteX15" fmla="*/ 18116 w 86373"/>
                <a:gd name="connsiteY15" fmla="*/ 492 h 115297"/>
                <a:gd name="connsiteX16" fmla="*/ 39506 w 86373"/>
                <a:gd name="connsiteY16" fmla="*/ -3684 h 115297"/>
                <a:gd name="connsiteX17" fmla="*/ 69450 w 86373"/>
                <a:gd name="connsiteY17" fmla="*/ 5686 h 115297"/>
                <a:gd name="connsiteX18" fmla="*/ 81672 w 86373"/>
                <a:gd name="connsiteY18" fmla="*/ 31354 h 115297"/>
                <a:gd name="connsiteX19" fmla="*/ 63135 w 86373"/>
                <a:gd name="connsiteY19" fmla="*/ 31354 h 115297"/>
                <a:gd name="connsiteX20" fmla="*/ 56107 w 86373"/>
                <a:gd name="connsiteY20" fmla="*/ 17298 h 115297"/>
                <a:gd name="connsiteX21" fmla="*/ 38893 w 86373"/>
                <a:gd name="connsiteY21" fmla="*/ 12001 h 115297"/>
                <a:gd name="connsiteX22" fmla="*/ 23004 w 86373"/>
                <a:gd name="connsiteY22" fmla="*/ 16278 h 115297"/>
                <a:gd name="connsiteX23" fmla="*/ 17097 w 86373"/>
                <a:gd name="connsiteY23" fmla="*/ 27483 h 115297"/>
                <a:gd name="connsiteX24" fmla="*/ 20661 w 86373"/>
                <a:gd name="connsiteY24" fmla="*/ 36548 h 115297"/>
                <a:gd name="connsiteX25" fmla="*/ 29626 w 86373"/>
                <a:gd name="connsiteY25" fmla="*/ 42252 h 115297"/>
                <a:gd name="connsiteX26" fmla="*/ 44597 w 86373"/>
                <a:gd name="connsiteY26" fmla="*/ 47039 h 115297"/>
                <a:gd name="connsiteX27" fmla="*/ 64154 w 86373"/>
                <a:gd name="connsiteY27" fmla="*/ 53455 h 115297"/>
                <a:gd name="connsiteX28" fmla="*/ 77089 w 86373"/>
                <a:gd name="connsiteY28" fmla="*/ 62927 h 115297"/>
                <a:gd name="connsiteX29" fmla="*/ 82692 w 86373"/>
                <a:gd name="connsiteY29" fmla="*/ 79427 h 115297"/>
                <a:gd name="connsiteX30" fmla="*/ 77598 w 86373"/>
                <a:gd name="connsiteY30" fmla="*/ 95928 h 115297"/>
                <a:gd name="connsiteX31" fmla="*/ 63236 w 86373"/>
                <a:gd name="connsiteY31" fmla="*/ 107438 h 115297"/>
                <a:gd name="connsiteX32" fmla="*/ 41950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41950" y="111614"/>
                  </a:moveTo>
                  <a:cubicBezTo>
                    <a:pt x="33394" y="111614"/>
                    <a:pt x="25720" y="110154"/>
                    <a:pt x="18931" y="107234"/>
                  </a:cubicBezTo>
                  <a:cubicBezTo>
                    <a:pt x="12140" y="104314"/>
                    <a:pt x="6775" y="100240"/>
                    <a:pt x="2837" y="95011"/>
                  </a:cubicBezTo>
                  <a:cubicBezTo>
                    <a:pt x="-1101" y="89783"/>
                    <a:pt x="-3274" y="83774"/>
                    <a:pt x="-3682" y="76983"/>
                  </a:cubicBezTo>
                  <a:lnTo>
                    <a:pt x="15467" y="76983"/>
                  </a:lnTo>
                  <a:cubicBezTo>
                    <a:pt x="16011" y="82552"/>
                    <a:pt x="18625" y="87101"/>
                    <a:pt x="23311" y="90632"/>
                  </a:cubicBezTo>
                  <a:cubicBezTo>
                    <a:pt x="27995" y="94162"/>
                    <a:pt x="34140" y="95928"/>
                    <a:pt x="41746" y="95928"/>
                  </a:cubicBezTo>
                  <a:cubicBezTo>
                    <a:pt x="48807" y="95928"/>
                    <a:pt x="54376" y="94366"/>
                    <a:pt x="58449" y="91243"/>
                  </a:cubicBezTo>
                  <a:cubicBezTo>
                    <a:pt x="62524" y="88119"/>
                    <a:pt x="64561" y="84181"/>
                    <a:pt x="64561" y="79427"/>
                  </a:cubicBezTo>
                  <a:cubicBezTo>
                    <a:pt x="64561" y="74539"/>
                    <a:pt x="62389" y="70906"/>
                    <a:pt x="58042" y="68529"/>
                  </a:cubicBezTo>
                  <a:cubicBezTo>
                    <a:pt x="53697" y="66153"/>
                    <a:pt x="46974" y="63811"/>
                    <a:pt x="37875" y="61502"/>
                  </a:cubicBezTo>
                  <a:cubicBezTo>
                    <a:pt x="29592" y="59328"/>
                    <a:pt x="22835" y="57122"/>
                    <a:pt x="17607" y="54881"/>
                  </a:cubicBezTo>
                  <a:cubicBezTo>
                    <a:pt x="12378" y="52640"/>
                    <a:pt x="7896" y="49313"/>
                    <a:pt x="4162" y="44900"/>
                  </a:cubicBezTo>
                  <a:cubicBezTo>
                    <a:pt x="427" y="40486"/>
                    <a:pt x="-1440" y="34681"/>
                    <a:pt x="-1440" y="27483"/>
                  </a:cubicBezTo>
                  <a:cubicBezTo>
                    <a:pt x="-1440" y="21778"/>
                    <a:pt x="258" y="16550"/>
                    <a:pt x="3652" y="11797"/>
                  </a:cubicBezTo>
                  <a:cubicBezTo>
                    <a:pt x="7047" y="7043"/>
                    <a:pt x="11868" y="3275"/>
                    <a:pt x="18116" y="492"/>
                  </a:cubicBezTo>
                  <a:cubicBezTo>
                    <a:pt x="24363" y="-2293"/>
                    <a:pt x="31493" y="-3684"/>
                    <a:pt x="39506" y="-3684"/>
                  </a:cubicBezTo>
                  <a:cubicBezTo>
                    <a:pt x="51864" y="-3684"/>
                    <a:pt x="61845" y="-561"/>
                    <a:pt x="69450" y="5686"/>
                  </a:cubicBezTo>
                  <a:cubicBezTo>
                    <a:pt x="77056" y="11933"/>
                    <a:pt x="81129" y="20488"/>
                    <a:pt x="81672" y="31354"/>
                  </a:cubicBezTo>
                  <a:lnTo>
                    <a:pt x="63135" y="31354"/>
                  </a:lnTo>
                  <a:cubicBezTo>
                    <a:pt x="62728" y="25513"/>
                    <a:pt x="60385" y="20829"/>
                    <a:pt x="56107" y="17298"/>
                  </a:cubicBezTo>
                  <a:cubicBezTo>
                    <a:pt x="51830" y="13766"/>
                    <a:pt x="46091" y="12001"/>
                    <a:pt x="38893" y="12001"/>
                  </a:cubicBezTo>
                  <a:cubicBezTo>
                    <a:pt x="32239" y="12001"/>
                    <a:pt x="26942" y="13427"/>
                    <a:pt x="23004" y="16278"/>
                  </a:cubicBezTo>
                  <a:cubicBezTo>
                    <a:pt x="19066" y="19131"/>
                    <a:pt x="17097" y="22865"/>
                    <a:pt x="17097" y="27483"/>
                  </a:cubicBezTo>
                  <a:cubicBezTo>
                    <a:pt x="17097" y="31150"/>
                    <a:pt x="18286" y="34171"/>
                    <a:pt x="20661" y="36548"/>
                  </a:cubicBezTo>
                  <a:cubicBezTo>
                    <a:pt x="23039" y="38923"/>
                    <a:pt x="26027" y="40825"/>
                    <a:pt x="29626" y="42252"/>
                  </a:cubicBezTo>
                  <a:cubicBezTo>
                    <a:pt x="33225" y="43678"/>
                    <a:pt x="38215" y="45273"/>
                    <a:pt x="44597" y="47039"/>
                  </a:cubicBezTo>
                  <a:cubicBezTo>
                    <a:pt x="52610" y="49211"/>
                    <a:pt x="59129" y="51350"/>
                    <a:pt x="64154" y="53455"/>
                  </a:cubicBezTo>
                  <a:cubicBezTo>
                    <a:pt x="69178" y="55560"/>
                    <a:pt x="73489" y="58717"/>
                    <a:pt x="77089" y="62927"/>
                  </a:cubicBezTo>
                  <a:cubicBezTo>
                    <a:pt x="80688" y="67138"/>
                    <a:pt x="82555" y="72638"/>
                    <a:pt x="82692" y="79427"/>
                  </a:cubicBezTo>
                  <a:cubicBezTo>
                    <a:pt x="82692" y="85539"/>
                    <a:pt x="80994" y="91039"/>
                    <a:pt x="77598" y="95928"/>
                  </a:cubicBezTo>
                  <a:cubicBezTo>
                    <a:pt x="74203" y="100816"/>
                    <a:pt x="69416" y="104653"/>
                    <a:pt x="63236" y="107438"/>
                  </a:cubicBezTo>
                  <a:cubicBezTo>
                    <a:pt x="57058" y="110222"/>
                    <a:pt x="49962" y="111614"/>
                    <a:pt x="41950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DA3ACFF-D337-AB98-1EC4-5A151B2222CB}"/>
                </a:ext>
              </a:extLst>
            </p:cNvPr>
            <p:cNvSpPr/>
            <p:nvPr/>
          </p:nvSpPr>
          <p:spPr>
            <a:xfrm>
              <a:off x="-1164142" y="1253169"/>
              <a:ext cx="112855" cy="115297"/>
            </a:xfrm>
            <a:custGeom>
              <a:avLst/>
              <a:gdLst>
                <a:gd name="connsiteX0" fmla="*/ 50987 w 112855"/>
                <a:gd name="connsiteY0" fmla="*/ 111614 h 115297"/>
                <a:gd name="connsiteX1" fmla="*/ 22571 w 112855"/>
                <a:gd name="connsiteY1" fmla="*/ 104484 h 115297"/>
                <a:gd name="connsiteX2" fmla="*/ 2607 w 112855"/>
                <a:gd name="connsiteY2" fmla="*/ 84216 h 115297"/>
                <a:gd name="connsiteX3" fmla="*/ -4625 w 112855"/>
                <a:gd name="connsiteY3" fmla="*/ 53761 h 115297"/>
                <a:gd name="connsiteX4" fmla="*/ 2811 w 112855"/>
                <a:gd name="connsiteY4" fmla="*/ 23510 h 115297"/>
                <a:gd name="connsiteX5" fmla="*/ 23079 w 112855"/>
                <a:gd name="connsiteY5" fmla="*/ 3343 h 115297"/>
                <a:gd name="connsiteX6" fmla="*/ 51804 w 112855"/>
                <a:gd name="connsiteY6" fmla="*/ -3684 h 115297"/>
                <a:gd name="connsiteX7" fmla="*/ 80526 w 112855"/>
                <a:gd name="connsiteY7" fmla="*/ 3343 h 115297"/>
                <a:gd name="connsiteX8" fmla="*/ 100795 w 112855"/>
                <a:gd name="connsiteY8" fmla="*/ 23408 h 115297"/>
                <a:gd name="connsiteX9" fmla="*/ 108231 w 112855"/>
                <a:gd name="connsiteY9" fmla="*/ 53761 h 115297"/>
                <a:gd name="connsiteX10" fmla="*/ 100591 w 112855"/>
                <a:gd name="connsiteY10" fmla="*/ 84216 h 115297"/>
                <a:gd name="connsiteX11" fmla="*/ 79914 w 112855"/>
                <a:gd name="connsiteY11" fmla="*/ 104484 h 115297"/>
                <a:gd name="connsiteX12" fmla="*/ 50987 w 112855"/>
                <a:gd name="connsiteY12" fmla="*/ 111614 h 115297"/>
                <a:gd name="connsiteX13" fmla="*/ 50987 w 112855"/>
                <a:gd name="connsiteY13" fmla="*/ 95317 h 115297"/>
                <a:gd name="connsiteX14" fmla="*/ 69729 w 112855"/>
                <a:gd name="connsiteY14" fmla="*/ 90632 h 115297"/>
                <a:gd name="connsiteX15" fmla="*/ 83887 w 112855"/>
                <a:gd name="connsiteY15" fmla="*/ 76576 h 115297"/>
                <a:gd name="connsiteX16" fmla="*/ 89285 w 112855"/>
                <a:gd name="connsiteY16" fmla="*/ 53761 h 115297"/>
                <a:gd name="connsiteX17" fmla="*/ 83989 w 112855"/>
                <a:gd name="connsiteY17" fmla="*/ 30946 h 115297"/>
                <a:gd name="connsiteX18" fmla="*/ 70136 w 112855"/>
                <a:gd name="connsiteY18" fmla="*/ 16992 h 115297"/>
                <a:gd name="connsiteX19" fmla="*/ 51598 w 112855"/>
                <a:gd name="connsiteY19" fmla="*/ 12408 h 115297"/>
                <a:gd name="connsiteX20" fmla="*/ 32959 w 112855"/>
                <a:gd name="connsiteY20" fmla="*/ 16992 h 115297"/>
                <a:gd name="connsiteX21" fmla="*/ 19413 w 112855"/>
                <a:gd name="connsiteY21" fmla="*/ 30946 h 115297"/>
                <a:gd name="connsiteX22" fmla="*/ 14320 w 112855"/>
                <a:gd name="connsiteY22" fmla="*/ 53761 h 115297"/>
                <a:gd name="connsiteX23" fmla="*/ 19311 w 112855"/>
                <a:gd name="connsiteY23" fmla="*/ 76780 h 115297"/>
                <a:gd name="connsiteX24" fmla="*/ 32655 w 112855"/>
                <a:gd name="connsiteY24" fmla="*/ 90734 h 115297"/>
                <a:gd name="connsiteX25" fmla="*/ 50987 w 112855"/>
                <a:gd name="connsiteY25" fmla="*/ 95317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2855" h="115297">
                  <a:moveTo>
                    <a:pt x="50987" y="111614"/>
                  </a:moveTo>
                  <a:cubicBezTo>
                    <a:pt x="40531" y="111614"/>
                    <a:pt x="31058" y="109236"/>
                    <a:pt x="22571" y="104484"/>
                  </a:cubicBezTo>
                  <a:cubicBezTo>
                    <a:pt x="14082" y="99731"/>
                    <a:pt x="7428" y="92975"/>
                    <a:pt x="2607" y="84216"/>
                  </a:cubicBezTo>
                  <a:cubicBezTo>
                    <a:pt x="-2214" y="75455"/>
                    <a:pt x="-4625" y="65305"/>
                    <a:pt x="-4625" y="53761"/>
                  </a:cubicBezTo>
                  <a:cubicBezTo>
                    <a:pt x="-4625" y="42353"/>
                    <a:pt x="-2145" y="32269"/>
                    <a:pt x="2811" y="23510"/>
                  </a:cubicBezTo>
                  <a:cubicBezTo>
                    <a:pt x="7767" y="14751"/>
                    <a:pt x="14524" y="8029"/>
                    <a:pt x="23079" y="3343"/>
                  </a:cubicBezTo>
                  <a:cubicBezTo>
                    <a:pt x="31636" y="-1343"/>
                    <a:pt x="41210" y="-3684"/>
                    <a:pt x="51804" y="-3684"/>
                  </a:cubicBezTo>
                  <a:cubicBezTo>
                    <a:pt x="62396" y="-3684"/>
                    <a:pt x="71969" y="-1343"/>
                    <a:pt x="80526" y="3343"/>
                  </a:cubicBezTo>
                  <a:cubicBezTo>
                    <a:pt x="89082" y="8029"/>
                    <a:pt x="95838" y="14717"/>
                    <a:pt x="100795" y="23408"/>
                  </a:cubicBezTo>
                  <a:cubicBezTo>
                    <a:pt x="105751" y="32100"/>
                    <a:pt x="108231" y="42218"/>
                    <a:pt x="108231" y="53761"/>
                  </a:cubicBezTo>
                  <a:cubicBezTo>
                    <a:pt x="108231" y="65305"/>
                    <a:pt x="105684" y="75455"/>
                    <a:pt x="100591" y="84216"/>
                  </a:cubicBezTo>
                  <a:cubicBezTo>
                    <a:pt x="95498" y="92975"/>
                    <a:pt x="88606" y="99731"/>
                    <a:pt x="79914" y="104484"/>
                  </a:cubicBezTo>
                  <a:cubicBezTo>
                    <a:pt x="71223" y="109236"/>
                    <a:pt x="61581" y="111614"/>
                    <a:pt x="50987" y="111614"/>
                  </a:cubicBezTo>
                  <a:close/>
                  <a:moveTo>
                    <a:pt x="50987" y="95317"/>
                  </a:moveTo>
                  <a:cubicBezTo>
                    <a:pt x="57643" y="95317"/>
                    <a:pt x="63890" y="93755"/>
                    <a:pt x="69729" y="90632"/>
                  </a:cubicBezTo>
                  <a:cubicBezTo>
                    <a:pt x="75568" y="87508"/>
                    <a:pt x="80288" y="82823"/>
                    <a:pt x="83887" y="76576"/>
                  </a:cubicBezTo>
                  <a:cubicBezTo>
                    <a:pt x="87485" y="70329"/>
                    <a:pt x="89285" y="62724"/>
                    <a:pt x="89285" y="53761"/>
                  </a:cubicBezTo>
                  <a:cubicBezTo>
                    <a:pt x="89285" y="44798"/>
                    <a:pt x="87519" y="37193"/>
                    <a:pt x="83989" y="30946"/>
                  </a:cubicBezTo>
                  <a:cubicBezTo>
                    <a:pt x="80458" y="24698"/>
                    <a:pt x="75840" y="20047"/>
                    <a:pt x="70136" y="16992"/>
                  </a:cubicBezTo>
                  <a:cubicBezTo>
                    <a:pt x="64432" y="13937"/>
                    <a:pt x="58254" y="12408"/>
                    <a:pt x="51598" y="12408"/>
                  </a:cubicBezTo>
                  <a:cubicBezTo>
                    <a:pt x="44809" y="12408"/>
                    <a:pt x="38597" y="13937"/>
                    <a:pt x="32959" y="16992"/>
                  </a:cubicBezTo>
                  <a:cubicBezTo>
                    <a:pt x="27324" y="20047"/>
                    <a:pt x="22809" y="24698"/>
                    <a:pt x="19413" y="30946"/>
                  </a:cubicBezTo>
                  <a:cubicBezTo>
                    <a:pt x="16018" y="37193"/>
                    <a:pt x="14320" y="44798"/>
                    <a:pt x="14320" y="53761"/>
                  </a:cubicBezTo>
                  <a:cubicBezTo>
                    <a:pt x="14320" y="62859"/>
                    <a:pt x="15984" y="70533"/>
                    <a:pt x="19311" y="76780"/>
                  </a:cubicBezTo>
                  <a:cubicBezTo>
                    <a:pt x="22639" y="83026"/>
                    <a:pt x="27086" y="87678"/>
                    <a:pt x="32655" y="90734"/>
                  </a:cubicBezTo>
                  <a:cubicBezTo>
                    <a:pt x="38222" y="93789"/>
                    <a:pt x="44333" y="95317"/>
                    <a:pt x="50987" y="95317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5" name="Freeform: Shape 40">
              <a:extLst>
                <a:ext uri="{FF2B5EF4-FFF2-40B4-BE49-F238E27FC236}">
                  <a16:creationId xmlns:a16="http://schemas.microsoft.com/office/drawing/2014/main" id="{DEB5AE41-BEF7-6D3D-198C-C11885A15B5E}"/>
                </a:ext>
              </a:extLst>
            </p:cNvPr>
            <p:cNvSpPr/>
            <p:nvPr/>
          </p:nvSpPr>
          <p:spPr>
            <a:xfrm>
              <a:off x="-977472" y="1252965"/>
              <a:ext cx="54594" cy="113668"/>
            </a:xfrm>
            <a:custGeom>
              <a:avLst/>
              <a:gdLst>
                <a:gd name="connsiteX0" fmla="*/ 13033 w 54594"/>
                <a:gd name="connsiteY0" fmla="*/ 16488 h 113668"/>
                <a:gd name="connsiteX1" fmla="*/ 26986 w 54594"/>
                <a:gd name="connsiteY1" fmla="*/ 1618 h 113668"/>
                <a:gd name="connsiteX2" fmla="*/ 49089 w 54594"/>
                <a:gd name="connsiteY2" fmla="*/ -3678 h 113668"/>
                <a:gd name="connsiteX3" fmla="*/ 49089 w 54594"/>
                <a:gd name="connsiteY3" fmla="*/ 15470 h 113668"/>
                <a:gd name="connsiteX4" fmla="*/ 44199 w 54594"/>
                <a:gd name="connsiteY4" fmla="*/ 15470 h 113668"/>
                <a:gd name="connsiteX5" fmla="*/ 13033 w 54594"/>
                <a:gd name="connsiteY5" fmla="*/ 49285 h 113668"/>
                <a:gd name="connsiteX6" fmla="*/ 13033 w 54594"/>
                <a:gd name="connsiteY6" fmla="*/ 109990 h 113668"/>
                <a:gd name="connsiteX7" fmla="*/ -5505 w 54594"/>
                <a:gd name="connsiteY7" fmla="*/ 109990 h 113668"/>
                <a:gd name="connsiteX8" fmla="*/ -5505 w 54594"/>
                <a:gd name="connsiteY8" fmla="*/ -1641 h 113668"/>
                <a:gd name="connsiteX9" fmla="*/ 13033 w 54594"/>
                <a:gd name="connsiteY9" fmla="*/ -1641 h 113668"/>
                <a:gd name="connsiteX10" fmla="*/ 13033 w 54594"/>
                <a:gd name="connsiteY10" fmla="*/ 16488 h 11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594" h="113668">
                  <a:moveTo>
                    <a:pt x="13033" y="16488"/>
                  </a:moveTo>
                  <a:cubicBezTo>
                    <a:pt x="16291" y="10106"/>
                    <a:pt x="20943" y="5148"/>
                    <a:pt x="26986" y="1618"/>
                  </a:cubicBezTo>
                  <a:cubicBezTo>
                    <a:pt x="33029" y="-1913"/>
                    <a:pt x="40397" y="-3678"/>
                    <a:pt x="49089" y="-3678"/>
                  </a:cubicBezTo>
                  <a:lnTo>
                    <a:pt x="49089" y="15470"/>
                  </a:lnTo>
                  <a:lnTo>
                    <a:pt x="44199" y="15470"/>
                  </a:lnTo>
                  <a:cubicBezTo>
                    <a:pt x="23421" y="15470"/>
                    <a:pt x="13033" y="26743"/>
                    <a:pt x="13033" y="49285"/>
                  </a:cubicBezTo>
                  <a:lnTo>
                    <a:pt x="13033" y="109990"/>
                  </a:lnTo>
                  <a:lnTo>
                    <a:pt x="-5505" y="109990"/>
                  </a:lnTo>
                  <a:lnTo>
                    <a:pt x="-5505" y="-1641"/>
                  </a:lnTo>
                  <a:lnTo>
                    <a:pt x="13033" y="-1641"/>
                  </a:lnTo>
                  <a:lnTo>
                    <a:pt x="13033" y="16488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" name="Freeform: Shape 41">
              <a:extLst>
                <a:ext uri="{FF2B5EF4-FFF2-40B4-BE49-F238E27FC236}">
                  <a16:creationId xmlns:a16="http://schemas.microsoft.com/office/drawing/2014/main" id="{99E3CDC5-EE6F-8E3A-188F-EA841550E9A7}"/>
                </a:ext>
              </a:extLst>
            </p:cNvPr>
            <p:cNvSpPr/>
            <p:nvPr/>
          </p:nvSpPr>
          <p:spPr>
            <a:xfrm>
              <a:off x="-857577" y="1253169"/>
              <a:ext cx="86373" cy="115297"/>
            </a:xfrm>
            <a:custGeom>
              <a:avLst/>
              <a:gdLst>
                <a:gd name="connsiteX0" fmla="*/ 39384 w 86373"/>
                <a:gd name="connsiteY0" fmla="*/ 111614 h 115297"/>
                <a:gd name="connsiteX1" fmla="*/ 16364 w 86373"/>
                <a:gd name="connsiteY1" fmla="*/ 107234 h 115297"/>
                <a:gd name="connsiteX2" fmla="*/ 272 w 86373"/>
                <a:gd name="connsiteY2" fmla="*/ 95011 h 115297"/>
                <a:gd name="connsiteX3" fmla="*/ -6247 w 86373"/>
                <a:gd name="connsiteY3" fmla="*/ 76983 h 115297"/>
                <a:gd name="connsiteX4" fmla="*/ 12902 w 86373"/>
                <a:gd name="connsiteY4" fmla="*/ 76983 h 115297"/>
                <a:gd name="connsiteX5" fmla="*/ 20744 w 86373"/>
                <a:gd name="connsiteY5" fmla="*/ 90632 h 115297"/>
                <a:gd name="connsiteX6" fmla="*/ 39181 w 86373"/>
                <a:gd name="connsiteY6" fmla="*/ 95928 h 115297"/>
                <a:gd name="connsiteX7" fmla="*/ 55884 w 86373"/>
                <a:gd name="connsiteY7" fmla="*/ 91243 h 115297"/>
                <a:gd name="connsiteX8" fmla="*/ 61996 w 86373"/>
                <a:gd name="connsiteY8" fmla="*/ 79427 h 115297"/>
                <a:gd name="connsiteX9" fmla="*/ 55477 w 86373"/>
                <a:gd name="connsiteY9" fmla="*/ 68529 h 115297"/>
                <a:gd name="connsiteX10" fmla="*/ 35309 w 86373"/>
                <a:gd name="connsiteY10" fmla="*/ 61502 h 115297"/>
                <a:gd name="connsiteX11" fmla="*/ 15041 w 86373"/>
                <a:gd name="connsiteY11" fmla="*/ 54881 h 115297"/>
                <a:gd name="connsiteX12" fmla="*/ 1596 w 86373"/>
                <a:gd name="connsiteY12" fmla="*/ 44900 h 115297"/>
                <a:gd name="connsiteX13" fmla="*/ -4005 w 86373"/>
                <a:gd name="connsiteY13" fmla="*/ 27483 h 115297"/>
                <a:gd name="connsiteX14" fmla="*/ 1086 w 86373"/>
                <a:gd name="connsiteY14" fmla="*/ 11797 h 115297"/>
                <a:gd name="connsiteX15" fmla="*/ 15549 w 86373"/>
                <a:gd name="connsiteY15" fmla="*/ 492 h 115297"/>
                <a:gd name="connsiteX16" fmla="*/ 36939 w 86373"/>
                <a:gd name="connsiteY16" fmla="*/ -3684 h 115297"/>
                <a:gd name="connsiteX17" fmla="*/ 66885 w 86373"/>
                <a:gd name="connsiteY17" fmla="*/ 5686 h 115297"/>
                <a:gd name="connsiteX18" fmla="*/ 79106 w 86373"/>
                <a:gd name="connsiteY18" fmla="*/ 31354 h 115297"/>
                <a:gd name="connsiteX19" fmla="*/ 60570 w 86373"/>
                <a:gd name="connsiteY19" fmla="*/ 31354 h 115297"/>
                <a:gd name="connsiteX20" fmla="*/ 53541 w 86373"/>
                <a:gd name="connsiteY20" fmla="*/ 17298 h 115297"/>
                <a:gd name="connsiteX21" fmla="*/ 36328 w 86373"/>
                <a:gd name="connsiteY21" fmla="*/ 12001 h 115297"/>
                <a:gd name="connsiteX22" fmla="*/ 20439 w 86373"/>
                <a:gd name="connsiteY22" fmla="*/ 16278 h 115297"/>
                <a:gd name="connsiteX23" fmla="*/ 14531 w 86373"/>
                <a:gd name="connsiteY23" fmla="*/ 27483 h 115297"/>
                <a:gd name="connsiteX24" fmla="*/ 18096 w 86373"/>
                <a:gd name="connsiteY24" fmla="*/ 36548 h 115297"/>
                <a:gd name="connsiteX25" fmla="*/ 27059 w 86373"/>
                <a:gd name="connsiteY25" fmla="*/ 42252 h 115297"/>
                <a:gd name="connsiteX26" fmla="*/ 42032 w 86373"/>
                <a:gd name="connsiteY26" fmla="*/ 47039 h 115297"/>
                <a:gd name="connsiteX27" fmla="*/ 61588 w 86373"/>
                <a:gd name="connsiteY27" fmla="*/ 53455 h 115297"/>
                <a:gd name="connsiteX28" fmla="*/ 74523 w 86373"/>
                <a:gd name="connsiteY28" fmla="*/ 62927 h 115297"/>
                <a:gd name="connsiteX29" fmla="*/ 80126 w 86373"/>
                <a:gd name="connsiteY29" fmla="*/ 79427 h 115297"/>
                <a:gd name="connsiteX30" fmla="*/ 75033 w 86373"/>
                <a:gd name="connsiteY30" fmla="*/ 95928 h 115297"/>
                <a:gd name="connsiteX31" fmla="*/ 60671 w 86373"/>
                <a:gd name="connsiteY31" fmla="*/ 107438 h 115297"/>
                <a:gd name="connsiteX32" fmla="*/ 39384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39384" y="111614"/>
                  </a:moveTo>
                  <a:cubicBezTo>
                    <a:pt x="30827" y="111614"/>
                    <a:pt x="23155" y="110154"/>
                    <a:pt x="16364" y="107234"/>
                  </a:cubicBezTo>
                  <a:cubicBezTo>
                    <a:pt x="9575" y="104314"/>
                    <a:pt x="4210" y="100240"/>
                    <a:pt x="272" y="95011"/>
                  </a:cubicBezTo>
                  <a:cubicBezTo>
                    <a:pt x="-3666" y="89783"/>
                    <a:pt x="-5840" y="83774"/>
                    <a:pt x="-6247" y="76983"/>
                  </a:cubicBezTo>
                  <a:lnTo>
                    <a:pt x="12902" y="76983"/>
                  </a:lnTo>
                  <a:cubicBezTo>
                    <a:pt x="13444" y="82552"/>
                    <a:pt x="16059" y="87101"/>
                    <a:pt x="20744" y="90632"/>
                  </a:cubicBezTo>
                  <a:cubicBezTo>
                    <a:pt x="25430" y="94162"/>
                    <a:pt x="31575" y="95928"/>
                    <a:pt x="39181" y="95928"/>
                  </a:cubicBezTo>
                  <a:cubicBezTo>
                    <a:pt x="46242" y="95928"/>
                    <a:pt x="51809" y="94366"/>
                    <a:pt x="55884" y="91243"/>
                  </a:cubicBezTo>
                  <a:cubicBezTo>
                    <a:pt x="59959" y="88119"/>
                    <a:pt x="61996" y="84181"/>
                    <a:pt x="61996" y="79427"/>
                  </a:cubicBezTo>
                  <a:cubicBezTo>
                    <a:pt x="61996" y="74539"/>
                    <a:pt x="59822" y="70906"/>
                    <a:pt x="55477" y="68529"/>
                  </a:cubicBezTo>
                  <a:cubicBezTo>
                    <a:pt x="51131" y="66153"/>
                    <a:pt x="44409" y="63811"/>
                    <a:pt x="35309" y="61502"/>
                  </a:cubicBezTo>
                  <a:cubicBezTo>
                    <a:pt x="27026" y="59328"/>
                    <a:pt x="20269" y="57122"/>
                    <a:pt x="15041" y="54881"/>
                  </a:cubicBezTo>
                  <a:cubicBezTo>
                    <a:pt x="9813" y="52640"/>
                    <a:pt x="5331" y="49313"/>
                    <a:pt x="1596" y="44900"/>
                  </a:cubicBezTo>
                  <a:cubicBezTo>
                    <a:pt x="-2138" y="40486"/>
                    <a:pt x="-4005" y="34681"/>
                    <a:pt x="-4005" y="27483"/>
                  </a:cubicBezTo>
                  <a:cubicBezTo>
                    <a:pt x="-4005" y="21778"/>
                    <a:pt x="-2309" y="16550"/>
                    <a:pt x="1086" y="11797"/>
                  </a:cubicBezTo>
                  <a:cubicBezTo>
                    <a:pt x="4482" y="7043"/>
                    <a:pt x="9303" y="3275"/>
                    <a:pt x="15549" y="492"/>
                  </a:cubicBezTo>
                  <a:cubicBezTo>
                    <a:pt x="21796" y="-2293"/>
                    <a:pt x="28926" y="-3684"/>
                    <a:pt x="36939" y="-3684"/>
                  </a:cubicBezTo>
                  <a:cubicBezTo>
                    <a:pt x="49297" y="-3684"/>
                    <a:pt x="59279" y="-561"/>
                    <a:pt x="66885" y="5686"/>
                  </a:cubicBezTo>
                  <a:cubicBezTo>
                    <a:pt x="74489" y="11933"/>
                    <a:pt x="78564" y="20488"/>
                    <a:pt x="79106" y="31354"/>
                  </a:cubicBezTo>
                  <a:lnTo>
                    <a:pt x="60570" y="31354"/>
                  </a:lnTo>
                  <a:cubicBezTo>
                    <a:pt x="60163" y="25513"/>
                    <a:pt x="57820" y="20829"/>
                    <a:pt x="53541" y="17298"/>
                  </a:cubicBezTo>
                  <a:cubicBezTo>
                    <a:pt x="49264" y="13766"/>
                    <a:pt x="43526" y="12001"/>
                    <a:pt x="36328" y="12001"/>
                  </a:cubicBezTo>
                  <a:cubicBezTo>
                    <a:pt x="29674" y="12001"/>
                    <a:pt x="24377" y="13427"/>
                    <a:pt x="20439" y="16278"/>
                  </a:cubicBezTo>
                  <a:cubicBezTo>
                    <a:pt x="16501" y="19131"/>
                    <a:pt x="14531" y="22865"/>
                    <a:pt x="14531" y="27483"/>
                  </a:cubicBezTo>
                  <a:cubicBezTo>
                    <a:pt x="14531" y="31150"/>
                    <a:pt x="15719" y="34171"/>
                    <a:pt x="18096" y="36548"/>
                  </a:cubicBezTo>
                  <a:cubicBezTo>
                    <a:pt x="20473" y="38923"/>
                    <a:pt x="23461" y="40825"/>
                    <a:pt x="27059" y="42252"/>
                  </a:cubicBezTo>
                  <a:cubicBezTo>
                    <a:pt x="30658" y="43678"/>
                    <a:pt x="35650" y="45273"/>
                    <a:pt x="42032" y="47039"/>
                  </a:cubicBezTo>
                  <a:cubicBezTo>
                    <a:pt x="50045" y="49211"/>
                    <a:pt x="56563" y="51350"/>
                    <a:pt x="61588" y="53455"/>
                  </a:cubicBezTo>
                  <a:cubicBezTo>
                    <a:pt x="66613" y="55560"/>
                    <a:pt x="70924" y="58717"/>
                    <a:pt x="74523" y="62927"/>
                  </a:cubicBezTo>
                  <a:cubicBezTo>
                    <a:pt x="78122" y="67138"/>
                    <a:pt x="79989" y="72638"/>
                    <a:pt x="80126" y="79427"/>
                  </a:cubicBezTo>
                  <a:cubicBezTo>
                    <a:pt x="80126" y="85539"/>
                    <a:pt x="78428" y="91039"/>
                    <a:pt x="75033" y="95928"/>
                  </a:cubicBezTo>
                  <a:cubicBezTo>
                    <a:pt x="71638" y="100816"/>
                    <a:pt x="66851" y="104653"/>
                    <a:pt x="60671" y="107438"/>
                  </a:cubicBezTo>
                  <a:cubicBezTo>
                    <a:pt x="54493" y="110222"/>
                    <a:pt x="47397" y="111614"/>
                    <a:pt x="39384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7" name="Freeform: Shape 42">
              <a:extLst>
                <a:ext uri="{FF2B5EF4-FFF2-40B4-BE49-F238E27FC236}">
                  <a16:creationId xmlns:a16="http://schemas.microsoft.com/office/drawing/2014/main" id="{248F03C8-B78E-FF65-B071-A8569D1A0223}"/>
                </a:ext>
              </a:extLst>
            </p:cNvPr>
            <p:cNvSpPr/>
            <p:nvPr/>
          </p:nvSpPr>
          <p:spPr>
            <a:xfrm rot="19796186">
              <a:off x="-2006334" y="1241532"/>
              <a:ext cx="151108" cy="173844"/>
            </a:xfrm>
            <a:custGeom>
              <a:avLst/>
              <a:gdLst>
                <a:gd name="connsiteX0" fmla="*/ -2702 w 151108"/>
                <a:gd name="connsiteY0" fmla="*/ 76552 h 173844"/>
                <a:gd name="connsiteX1" fmla="*/ 148407 w 151108"/>
                <a:gd name="connsiteY1" fmla="*/ -11625 h 173844"/>
                <a:gd name="connsiteX2" fmla="*/ 148407 w 151108"/>
                <a:gd name="connsiteY2" fmla="*/ 162219 h 173844"/>
                <a:gd name="connsiteX3" fmla="*/ 129644 w 151108"/>
                <a:gd name="connsiteY3" fmla="*/ 152132 h 173844"/>
                <a:gd name="connsiteX4" fmla="*/ 129644 w 151108"/>
                <a:gd name="connsiteY4" fmla="*/ 124429 h 173844"/>
                <a:gd name="connsiteX5" fmla="*/ 40885 w 151108"/>
                <a:gd name="connsiteY5" fmla="*/ 71533 h 173844"/>
                <a:gd name="connsiteX6" fmla="*/ 16033 w 151108"/>
                <a:gd name="connsiteY6" fmla="*/ 86639 h 173844"/>
                <a:gd name="connsiteX7" fmla="*/ -2702 w 151108"/>
                <a:gd name="connsiteY7" fmla="*/ 76552 h 173844"/>
                <a:gd name="connsiteX8" fmla="*/ 54650 w 151108"/>
                <a:gd name="connsiteY8" fmla="*/ 63955 h 173844"/>
                <a:gd name="connsiteX9" fmla="*/ 129644 w 151108"/>
                <a:gd name="connsiteY9" fmla="*/ 106789 h 173844"/>
                <a:gd name="connsiteX10" fmla="*/ 129644 w 151108"/>
                <a:gd name="connsiteY10" fmla="*/ 21146 h 173844"/>
                <a:gd name="connsiteX11" fmla="*/ 54650 w 151108"/>
                <a:gd name="connsiteY11" fmla="*/ 63955 h 17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108" h="173844">
                  <a:moveTo>
                    <a:pt x="-2702" y="76552"/>
                  </a:moveTo>
                  <a:lnTo>
                    <a:pt x="148407" y="-11625"/>
                  </a:lnTo>
                  <a:lnTo>
                    <a:pt x="148407" y="162219"/>
                  </a:lnTo>
                  <a:lnTo>
                    <a:pt x="129644" y="152132"/>
                  </a:lnTo>
                  <a:lnTo>
                    <a:pt x="129644" y="124429"/>
                  </a:lnTo>
                  <a:lnTo>
                    <a:pt x="40885" y="71533"/>
                  </a:lnTo>
                  <a:lnTo>
                    <a:pt x="16033" y="86639"/>
                  </a:lnTo>
                  <a:lnTo>
                    <a:pt x="-2702" y="76552"/>
                  </a:lnTo>
                  <a:close/>
                  <a:moveTo>
                    <a:pt x="54650" y="63955"/>
                  </a:moveTo>
                  <a:lnTo>
                    <a:pt x="129644" y="106789"/>
                  </a:lnTo>
                  <a:lnTo>
                    <a:pt x="129644" y="21146"/>
                  </a:lnTo>
                  <a:lnTo>
                    <a:pt x="54650" y="63955"/>
                  </a:lnTo>
                  <a:close/>
                </a:path>
              </a:pathLst>
            </a:custGeom>
            <a:solidFill>
              <a:schemeClr val="bg1"/>
            </a:solidFill>
            <a:ln w="17264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85ADCFE4-5805-890E-745D-8F19A57E21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0733" y="1724124"/>
            <a:ext cx="7920193" cy="738664"/>
          </a:xfrm>
          <a:prstGeom prst="rect">
            <a:avLst/>
          </a:prstGeom>
        </p:spPr>
        <p:txBody>
          <a:bodyPr vert="horz" anchor="b"/>
          <a:lstStyle>
            <a:lvl1pPr algn="l">
              <a:defRPr sz="48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Title Slide: Dark</a:t>
            </a:r>
            <a:endParaRPr lang="da-DK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12B09E3-FAAE-ED13-AF9A-0D53CADAE3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0733" y="2550985"/>
            <a:ext cx="7920193" cy="512897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133" b="1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0768FDC1-6D41-1F9C-4D3E-37F8A30F24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732" y="3505738"/>
            <a:ext cx="3800147" cy="305789"/>
          </a:xfrm>
        </p:spPr>
        <p:txBody>
          <a:bodyPr tIns="9144" bIns="9144" anchor="b">
            <a:sp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 sz="1867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MM, DD, YYYY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862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Dark_Pl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8">
            <a:extLst>
              <a:ext uri="{FF2B5EF4-FFF2-40B4-BE49-F238E27FC236}">
                <a16:creationId xmlns:a16="http://schemas.microsoft.com/office/drawing/2014/main" id="{040F44BC-85FB-BA1A-010A-8D5DF442D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1B57D95-97BB-921C-3F82-1C5C9716CB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672981-BBAA-3958-3B22-F8CBE10791F3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114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Dark_Nu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3367719-3351-33E9-9C91-64657A08E7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8687" y="2519453"/>
            <a:ext cx="852715" cy="820737"/>
          </a:xfrm>
        </p:spPr>
        <p:txBody>
          <a:bodyPr tIns="0" rIns="0" bIns="0" anchor="ctr">
            <a:spAutoFit/>
          </a:bodyPr>
          <a:lstStyle>
            <a:lvl1pPr marL="0" indent="0" algn="r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5333" b="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953021D-E6AD-E660-3DD1-019E4295EF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93908EE-BF33-DD3D-A94E-66167F3476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B26E6B-2D03-B827-E0EF-857BA6F4E6CC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446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Light_Pla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7D0434-F6C5-E401-2B7D-97150B7CA50D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8">
            <a:extLst>
              <a:ext uri="{FF2B5EF4-FFF2-40B4-BE49-F238E27FC236}">
                <a16:creationId xmlns:a16="http://schemas.microsoft.com/office/drawing/2014/main" id="{5FCF449E-431C-D715-FB6E-A9190D944B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35036A1-7E79-E176-EDCD-5CCE2ACADA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085774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Light_Nu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BDFDB58-2596-E563-7931-AFD7F3D01C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8687" y="2519453"/>
            <a:ext cx="852715" cy="820737"/>
          </a:xfrm>
        </p:spPr>
        <p:txBody>
          <a:bodyPr tIns="0" rIns="0" bIns="0" anchor="ctr">
            <a:spAutoFit/>
          </a:bodyPr>
          <a:lstStyle>
            <a:lvl1pPr marL="0" indent="0" algn="r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5333" b="0" kern="1200" dirty="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FC5E2AF-0279-399F-9CFA-067B78F41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0423E19-A119-78A2-F2CE-8B0F908E49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6506B8-BAC7-CE09-2A35-51815BA3BEB9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651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_Dark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D6D4F8-980C-7932-3AF2-FF348AD90669}"/>
              </a:ext>
            </a:extLst>
          </p:cNvPr>
          <p:cNvSpPr/>
          <p:nvPr userDrawn="1"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535283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36462E44-020C-CA27-80D7-F752B6D3614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8249" y="3135789"/>
            <a:ext cx="3029300" cy="8413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4267" b="1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1/3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8C08382-CD4D-C02C-EF06-6370206F14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84752" y="1690431"/>
            <a:ext cx="6088049" cy="3793527"/>
          </a:xfrm>
          <a:prstGeom prst="rect">
            <a:avLst/>
          </a:prstGeom>
        </p:spPr>
        <p:txBody>
          <a:bodyPr vert="horz" lIns="0" tIns="91440" rIns="91440" bIns="91440" rtlCol="0" anchor="ctr">
            <a:normAutofit/>
          </a:bodyPr>
          <a:lstStyle>
            <a:lvl1pPr>
              <a:spcAft>
                <a:spcPts val="1067"/>
              </a:spcAft>
              <a:buClr>
                <a:schemeClr val="accent1"/>
              </a:buClr>
              <a:defRPr sz="3200">
                <a:solidFill>
                  <a:schemeClr val="bg2"/>
                </a:solidFill>
              </a:defRPr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86077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_Teal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D6D4F8-980C-7932-3AF2-FF348AD90669}"/>
              </a:ext>
            </a:extLst>
          </p:cNvPr>
          <p:cNvSpPr/>
          <p:nvPr userDrawn="1"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44B0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535283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3C618601-F80E-B62F-3A4F-475D86102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8249" y="3135789"/>
            <a:ext cx="3029300" cy="8413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4267" b="1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1/3 Layout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BA735F9-6926-6EB6-9522-5FD34377AF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84752" y="1690431"/>
            <a:ext cx="6088049" cy="3793527"/>
          </a:xfrm>
          <a:prstGeom prst="rect">
            <a:avLst/>
          </a:prstGeom>
        </p:spPr>
        <p:txBody>
          <a:bodyPr vert="horz" lIns="0" tIns="91440" rIns="91440" bIns="91440" rtlCol="0" anchor="ctr">
            <a:normAutofit/>
          </a:bodyPr>
          <a:lstStyle>
            <a:lvl1pPr>
              <a:spcAft>
                <a:spcPts val="1067"/>
              </a:spcAft>
              <a:buClr>
                <a:schemeClr val="accent1"/>
              </a:buClr>
              <a:defRPr sz="3200">
                <a:solidFill>
                  <a:schemeClr val="bg2"/>
                </a:solidFill>
              </a:defRPr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14521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8BC805-EBF1-9D68-BCF5-3218C64627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E5D4017-DA17-11FC-3A8B-2EC780C95D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3A36673-9167-CFCA-11F4-533B6010E42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9663" y="1561237"/>
            <a:ext cx="11484263" cy="47244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A599683-2567-4D42-BF3A-778195C66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EE4F2F-DF96-39BD-C370-937EEEB230E0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8846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3E07DAC-B2D9-A04C-7C4D-F2006D2DA9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5430" y="1555767"/>
            <a:ext cx="5527041" cy="47244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E53DD72-5377-D04E-E318-82FDA0AE03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1CC7B92-B741-6ADF-F427-24BD2ADE5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E770936-EB16-E6CA-4856-F1FC475A38A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16885" y="1555767"/>
            <a:ext cx="5527041" cy="47244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FEA41B-E0DC-0C7B-B940-1147B8D988CB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3532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E276FF0-C37C-2EFD-5472-DEF1014616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A0D042CE-9B60-556F-BFFC-273845DA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D86C69E-4085-29B5-B573-F95043664D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5430" y="1555767"/>
            <a:ext cx="5527041" cy="47244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sp>
        <p:nvSpPr>
          <p:cNvPr id="20" name="Chart Placeholder 19">
            <a:extLst>
              <a:ext uri="{FF2B5EF4-FFF2-40B4-BE49-F238E27FC236}">
                <a16:creationId xmlns:a16="http://schemas.microsoft.com/office/drawing/2014/main" id="{6C8D5A57-635C-23F0-2482-986C08A1B93D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316885" y="1555767"/>
            <a:ext cx="5527041" cy="4724400"/>
          </a:xfrm>
        </p:spPr>
        <p:txBody>
          <a:bodyPr/>
          <a:lstStyle/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D7BC99-637A-F706-74D7-DA56ED8F97AA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5555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Chart Placeholder 2">
            <a:extLst>
              <a:ext uri="{FF2B5EF4-FFF2-40B4-BE49-F238E27FC236}">
                <a16:creationId xmlns:a16="http://schemas.microsoft.com/office/drawing/2014/main" id="{B4F153E5-6141-9F9E-1265-1628F44B467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59663" y="1559732"/>
            <a:ext cx="11484263" cy="472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chart</a:t>
            </a:r>
            <a:endParaRPr lang="en-IN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7CA46D2-0453-BC13-DD86-3C6E177A1B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2A89958-09D7-A027-EF4F-AD61EB2CA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BA188C-C3CE-9572-5EF9-51E5FE050598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1303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3CB52E-A0F8-39AE-56EE-3F04B4D05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11869109-AB79-DF35-EE18-0EFCC2AD2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344E3F-B188-3B34-80EC-ABEBEA9C32DF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7612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B8C98F0-41A8-D8D8-C323-75A180C29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B97C72F-D322-B4B3-D691-C28EA206E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581E40-7CA7-5C51-E1AA-A61B030B3238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0285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278682-21C5-4BA6-02E4-574903906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56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ags" Target="../tags/tag15.xml"/><Relationship Id="rId3" Type="http://schemas.openxmlformats.org/officeDocument/2006/relationships/slideLayout" Target="../slideLayouts/slideLayout19.xml"/><Relationship Id="rId21" Type="http://schemas.openxmlformats.org/officeDocument/2006/relationships/image" Target="../media/image2.svg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A7E2FB85-0332-40E3-B58E-9B714AB8797B}"/>
              </a:ext>
            </a:extLst>
          </p:cNvPr>
          <p:cNvGraphicFramePr>
            <a:graphicFrameLocks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418913549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395" imgH="394" progId="TCLayout.ActiveDocument.1">
                  <p:embed/>
                </p:oleObj>
              </mc:Choice>
              <mc:Fallback>
                <p:oleObj name="think-cell Slide" r:id="rId19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A7E2FB85-0332-40E3-B58E-9B714AB879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663" y="1549402"/>
            <a:ext cx="11484263" cy="4731925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84000" y="6520722"/>
            <a:ext cx="147477" cy="14362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ctr">
              <a:defRPr sz="933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EDC8A9-EC40-A491-439B-EA36C0F8F7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55601" y="6492776"/>
            <a:ext cx="884937" cy="19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39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Poppins" pitchFamily="2" charset="77"/>
          <a:ea typeface="Verdana" panose="020B0604030504040204" pitchFamily="34" charset="0"/>
          <a:cs typeface="Poppins" pitchFamily="2" charset="77"/>
          <a:sym typeface="Arial" panose="020B0604020202020204" pitchFamily="34" charset="0"/>
        </a:defRPr>
      </a:lvl1pPr>
    </p:titleStyle>
    <p:bodyStyle>
      <a:lvl1pPr marL="385224" indent="-226478" algn="l" defTabSz="914377" rtl="0" eaLnBrk="1" latinLnBrk="0" hangingPunct="1">
        <a:lnSpc>
          <a:spcPct val="100000"/>
        </a:lnSpc>
        <a:spcBef>
          <a:spcPts val="0"/>
        </a:spcBef>
        <a:spcAft>
          <a:spcPts val="533"/>
        </a:spcAft>
        <a:buClr>
          <a:srgbClr val="000000"/>
        </a:buClr>
        <a:buSzPct val="110000"/>
        <a:buFont typeface="Arial" panose="020B0604020202020204" pitchFamily="34" charset="0"/>
        <a:buChar char="•"/>
        <a:tabLst/>
        <a:defRPr sz="1867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  <a:sym typeface="Arial" panose="020B0604020202020204" pitchFamily="34" charset="0"/>
        </a:defRPr>
      </a:lvl1pPr>
      <a:lvl2pPr marL="770447" indent="-311143" algn="l" defTabSz="914377" rtl="0" eaLnBrk="1" latinLnBrk="0" hangingPunct="1">
        <a:lnSpc>
          <a:spcPct val="100000"/>
        </a:lnSpc>
        <a:spcBef>
          <a:spcPts val="0"/>
        </a:spcBef>
        <a:spcAft>
          <a:spcPts val="533"/>
        </a:spcAft>
        <a:buClr>
          <a:srgbClr val="000000"/>
        </a:buClr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  <a:sym typeface="Arial" panose="020B0604020202020204" pitchFamily="34" charset="0"/>
        </a:defRPr>
      </a:lvl2pPr>
      <a:lvl3pPr marL="1071007" indent="-300559" algn="l" defTabSz="914377" rtl="0" eaLnBrk="1" latinLnBrk="0" hangingPunct="1">
        <a:lnSpc>
          <a:spcPct val="100000"/>
        </a:lnSpc>
        <a:spcBef>
          <a:spcPts val="0"/>
        </a:spcBef>
        <a:spcAft>
          <a:spcPts val="533"/>
        </a:spcAft>
        <a:buClr>
          <a:srgbClr val="000000"/>
        </a:buClr>
        <a:buFont typeface="Wingdings" pitchFamily="2" charset="2"/>
        <a:buChar char="§"/>
        <a:tabLst/>
        <a:defRPr sz="16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  <a:sym typeface="Arial" panose="020B0604020202020204" pitchFamily="34" charset="0"/>
        </a:defRPr>
      </a:lvl3pPr>
      <a:lvl4pPr marL="975336" indent="-243834" algn="l" defTabSz="914377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rgbClr val="000000"/>
        </a:buClr>
        <a:buFont typeface="Courier New" panose="02070309020205020404" pitchFamily="49" charset="0"/>
        <a:buChar char="o"/>
        <a:defRPr sz="1333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4pPr>
      <a:lvl5pPr marL="1219170" indent="-243834" algn="l" defTabSz="914377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rgbClr val="000000"/>
        </a:buClr>
        <a:buFont typeface="Arial" panose="020B0604020202020204" pitchFamily="34" charset="0"/>
        <a:buChar char="•"/>
        <a:defRPr sz="1333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8">
          <p15:clr>
            <a:srgbClr val="F26B43"/>
          </p15:clr>
        </p15:guide>
        <p15:guide id="2" pos="5592">
          <p15:clr>
            <a:srgbClr val="F26B43"/>
          </p15:clr>
        </p15:guide>
        <p15:guide id="3" pos="168">
          <p15:clr>
            <a:srgbClr val="F26B43"/>
          </p15:clr>
        </p15:guide>
        <p15:guide id="4" orient="horz" pos="588">
          <p15:clr>
            <a:srgbClr val="F26B43"/>
          </p15:clr>
        </p15:guide>
        <p15:guide id="5" pos="288">
          <p15:clr>
            <a:srgbClr val="F26B43"/>
          </p15:clr>
        </p15:guide>
        <p15:guide id="6" pos="5472">
          <p15:clr>
            <a:srgbClr val="F26B43"/>
          </p15:clr>
        </p15:guide>
        <p15:guide id="7" pos="2880">
          <p15:clr>
            <a:srgbClr val="F26B43"/>
          </p15:clr>
        </p15:guide>
        <p15:guide id="8" orient="horz" pos="3180">
          <p15:clr>
            <a:srgbClr val="F26B43"/>
          </p15:clr>
        </p15:guide>
        <p15:guide id="9" orient="horz" pos="1908">
          <p15:clr>
            <a:srgbClr val="F26B43"/>
          </p15:clr>
        </p15:guide>
        <p15:guide id="10" pos="2980">
          <p15:clr>
            <a:srgbClr val="F26B43"/>
          </p15:clr>
        </p15:guide>
        <p15:guide id="11" pos="2784">
          <p15:clr>
            <a:srgbClr val="F26B43"/>
          </p15:clr>
        </p15:guide>
        <p15:guide id="12" orient="horz" pos="1812">
          <p15:clr>
            <a:srgbClr val="F26B43"/>
          </p15:clr>
        </p15:guide>
        <p15:guide id="13" orient="horz" pos="2964">
          <p15:clr>
            <a:srgbClr val="F26B43"/>
          </p15:clr>
        </p15:guide>
        <p15:guide id="14" orient="horz" pos="3036">
          <p15:clr>
            <a:srgbClr val="F26B43"/>
          </p15:clr>
        </p15:guide>
        <p15:guide id="15" orient="horz" pos="180">
          <p15:clr>
            <a:srgbClr val="F26B43"/>
          </p15:clr>
        </p15:guide>
        <p15:guide id="16" orient="horz" pos="420">
          <p15:clr>
            <a:srgbClr val="F26B43"/>
          </p15:clr>
        </p15:guide>
        <p15:guide id="17" orient="horz" pos="660">
          <p15:clr>
            <a:srgbClr val="F26B43"/>
          </p15:clr>
        </p15:guide>
        <p15:guide id="18" orient="horz" pos="732">
          <p15:clr>
            <a:srgbClr val="F26B43"/>
          </p15:clr>
        </p15:guide>
        <p15:guide id="19" orient="horz" pos="8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A7E2FB85-0332-40E3-B58E-9B714AB8797B}"/>
              </a:ext>
            </a:extLst>
          </p:cNvPr>
          <p:cNvGraphicFramePr>
            <a:graphicFrameLocks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418913549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395" imgH="394" progId="TCLayout.ActiveDocument.1">
                  <p:embed/>
                </p:oleObj>
              </mc:Choice>
              <mc:Fallback>
                <p:oleObj name="think-cell Slide" r:id="rId19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A7E2FB85-0332-40E3-B58E-9B714AB879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663" y="1549402"/>
            <a:ext cx="11484263" cy="4731925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84000" y="6520722"/>
            <a:ext cx="147477" cy="14362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ctr">
              <a:defRPr sz="933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EDC8A9-EC40-A491-439B-EA36C0F8F7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55601" y="6492776"/>
            <a:ext cx="884937" cy="19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90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Poppins" pitchFamily="2" charset="77"/>
          <a:ea typeface="Verdana" panose="020B0604030504040204" pitchFamily="34" charset="0"/>
          <a:cs typeface="Poppins" pitchFamily="2" charset="77"/>
          <a:sym typeface="Arial" panose="020B0604020202020204" pitchFamily="34" charset="0"/>
        </a:defRPr>
      </a:lvl1pPr>
    </p:titleStyle>
    <p:bodyStyle>
      <a:lvl1pPr marL="385224" indent="-226478" algn="l" defTabSz="914377" rtl="0" eaLnBrk="1" latinLnBrk="0" hangingPunct="1">
        <a:lnSpc>
          <a:spcPct val="100000"/>
        </a:lnSpc>
        <a:spcBef>
          <a:spcPts val="0"/>
        </a:spcBef>
        <a:spcAft>
          <a:spcPts val="533"/>
        </a:spcAft>
        <a:buClr>
          <a:srgbClr val="000000"/>
        </a:buClr>
        <a:buSzPct val="110000"/>
        <a:buFont typeface="Arial" panose="020B0604020202020204" pitchFamily="34" charset="0"/>
        <a:buChar char="•"/>
        <a:tabLst/>
        <a:defRPr sz="1867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  <a:sym typeface="Arial" panose="020B0604020202020204" pitchFamily="34" charset="0"/>
        </a:defRPr>
      </a:lvl1pPr>
      <a:lvl2pPr marL="770447" indent="-311143" algn="l" defTabSz="914377" rtl="0" eaLnBrk="1" latinLnBrk="0" hangingPunct="1">
        <a:lnSpc>
          <a:spcPct val="100000"/>
        </a:lnSpc>
        <a:spcBef>
          <a:spcPts val="0"/>
        </a:spcBef>
        <a:spcAft>
          <a:spcPts val="533"/>
        </a:spcAft>
        <a:buClr>
          <a:srgbClr val="000000"/>
        </a:buClr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  <a:sym typeface="Arial" panose="020B0604020202020204" pitchFamily="34" charset="0"/>
        </a:defRPr>
      </a:lvl2pPr>
      <a:lvl3pPr marL="1071007" indent="-300559" algn="l" defTabSz="914377" rtl="0" eaLnBrk="1" latinLnBrk="0" hangingPunct="1">
        <a:lnSpc>
          <a:spcPct val="100000"/>
        </a:lnSpc>
        <a:spcBef>
          <a:spcPts val="0"/>
        </a:spcBef>
        <a:spcAft>
          <a:spcPts val="533"/>
        </a:spcAft>
        <a:buClr>
          <a:srgbClr val="000000"/>
        </a:buClr>
        <a:buFont typeface="Wingdings" pitchFamily="2" charset="2"/>
        <a:buChar char="§"/>
        <a:tabLst/>
        <a:defRPr sz="16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  <a:sym typeface="Arial" panose="020B0604020202020204" pitchFamily="34" charset="0"/>
        </a:defRPr>
      </a:lvl3pPr>
      <a:lvl4pPr marL="975336" indent="-243834" algn="l" defTabSz="914377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rgbClr val="000000"/>
        </a:buClr>
        <a:buFont typeface="Courier New" panose="02070309020205020404" pitchFamily="49" charset="0"/>
        <a:buChar char="o"/>
        <a:defRPr sz="1333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4pPr>
      <a:lvl5pPr marL="1219170" indent="-243834" algn="l" defTabSz="914377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rgbClr val="000000"/>
        </a:buClr>
        <a:buFont typeface="Arial" panose="020B0604020202020204" pitchFamily="34" charset="0"/>
        <a:buChar char="•"/>
        <a:defRPr sz="1333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8">
          <p15:clr>
            <a:srgbClr val="F26B43"/>
          </p15:clr>
        </p15:guide>
        <p15:guide id="2" pos="5592">
          <p15:clr>
            <a:srgbClr val="F26B43"/>
          </p15:clr>
        </p15:guide>
        <p15:guide id="3" pos="168">
          <p15:clr>
            <a:srgbClr val="F26B43"/>
          </p15:clr>
        </p15:guide>
        <p15:guide id="4" orient="horz" pos="588">
          <p15:clr>
            <a:srgbClr val="F26B43"/>
          </p15:clr>
        </p15:guide>
        <p15:guide id="5" pos="288">
          <p15:clr>
            <a:srgbClr val="F26B43"/>
          </p15:clr>
        </p15:guide>
        <p15:guide id="6" pos="5472">
          <p15:clr>
            <a:srgbClr val="F26B43"/>
          </p15:clr>
        </p15:guide>
        <p15:guide id="7" pos="2880">
          <p15:clr>
            <a:srgbClr val="F26B43"/>
          </p15:clr>
        </p15:guide>
        <p15:guide id="8" orient="horz" pos="3180">
          <p15:clr>
            <a:srgbClr val="F26B43"/>
          </p15:clr>
        </p15:guide>
        <p15:guide id="9" orient="horz" pos="1908">
          <p15:clr>
            <a:srgbClr val="F26B43"/>
          </p15:clr>
        </p15:guide>
        <p15:guide id="10" pos="2980">
          <p15:clr>
            <a:srgbClr val="F26B43"/>
          </p15:clr>
        </p15:guide>
        <p15:guide id="11" pos="2784">
          <p15:clr>
            <a:srgbClr val="F26B43"/>
          </p15:clr>
        </p15:guide>
        <p15:guide id="12" orient="horz" pos="1812">
          <p15:clr>
            <a:srgbClr val="F26B43"/>
          </p15:clr>
        </p15:guide>
        <p15:guide id="13" orient="horz" pos="2964">
          <p15:clr>
            <a:srgbClr val="F26B43"/>
          </p15:clr>
        </p15:guide>
        <p15:guide id="14" orient="horz" pos="3036">
          <p15:clr>
            <a:srgbClr val="F26B43"/>
          </p15:clr>
        </p15:guide>
        <p15:guide id="15" orient="horz" pos="180">
          <p15:clr>
            <a:srgbClr val="F26B43"/>
          </p15:clr>
        </p15:guide>
        <p15:guide id="16" orient="horz" pos="420">
          <p15:clr>
            <a:srgbClr val="F26B43"/>
          </p15:clr>
        </p15:guide>
        <p15:guide id="17" orient="horz" pos="660">
          <p15:clr>
            <a:srgbClr val="F26B43"/>
          </p15:clr>
        </p15:guide>
        <p15:guide id="18" orient="horz" pos="732">
          <p15:clr>
            <a:srgbClr val="F26B43"/>
          </p15:clr>
        </p15:guide>
        <p15:guide id="19" orient="horz" pos="8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6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53B80AA-7022-9712-9E96-37357BD32A0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3B80AA-7022-9712-9E96-37357BD32A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0733" y="1724124"/>
            <a:ext cx="10018356" cy="738664"/>
          </a:xfrm>
        </p:spPr>
        <p:txBody>
          <a:bodyPr vert="horz" rIns="0"/>
          <a:lstStyle/>
          <a:p>
            <a:r>
              <a:rPr lang="en-US"/>
              <a:t>Application Rationalization Tool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0733" y="2657988"/>
            <a:ext cx="10530680" cy="905248"/>
          </a:xfrm>
        </p:spPr>
        <p:txBody>
          <a:bodyPr/>
          <a:lstStyle/>
          <a:p>
            <a:r>
              <a:rPr lang="en-US" err="1"/>
              <a:t>AppWise</a:t>
            </a:r>
            <a:r>
              <a:rPr lang="en-US"/>
              <a:t> Insights </a:t>
            </a:r>
            <a:r>
              <a:rPr lang="en-US" b="0"/>
              <a:t>by Aberdeen Advisors</a:t>
            </a:r>
          </a:p>
          <a:p>
            <a:r>
              <a:rPr lang="en-US" b="0"/>
              <a:t>AI-Powered Application Portfolio Rationalization &amp; Optimization Platform</a:t>
            </a:r>
            <a:endParaRPr b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10733" y="4005091"/>
            <a:ext cx="6400800" cy="305789"/>
          </a:xfrm>
        </p:spPr>
        <p:txBody>
          <a:bodyPr/>
          <a:lstStyle/>
          <a:p>
            <a:r>
              <a:rPr lang="en-US"/>
              <a:t>Team 8  |  AI Hackathon  |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33E4FB-BE83-2879-0D5C-DCE677EE66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9663" y="910753"/>
            <a:ext cx="11484263" cy="247714"/>
          </a:xfrm>
        </p:spPr>
        <p:txBody>
          <a:bodyPr wrap="square"/>
          <a:lstStyle/>
          <a:p>
            <a:r>
              <a:rPr lang="en-US" sz="1200" b="0" dirty="0">
                <a:solidFill>
                  <a:srgbClr val="404040"/>
                </a:solidFill>
                <a:latin typeface="Poppins"/>
                <a:cs typeface="Poppins"/>
              </a:rPr>
              <a:t>Most companies buying software at scale </a:t>
            </a:r>
            <a:r>
              <a:rPr lang="en-US" sz="1200" dirty="0">
                <a:solidFill>
                  <a:srgbClr val="404040"/>
                </a:solidFill>
                <a:latin typeface="Poppins"/>
                <a:cs typeface="Poppins"/>
              </a:rPr>
              <a:t>end</a:t>
            </a:r>
            <a:r>
              <a:rPr lang="en-US" sz="1200" b="0" dirty="0">
                <a:solidFill>
                  <a:srgbClr val="404040"/>
                </a:solidFill>
                <a:latin typeface="Poppins"/>
                <a:cs typeface="Poppins"/>
              </a:rPr>
              <a:t> up in the same place: </a:t>
            </a:r>
            <a:r>
              <a:rPr lang="en-US" sz="1200" b="1" dirty="0">
                <a:latin typeface="Poppins"/>
                <a:cs typeface="Poppins"/>
              </a:rPr>
              <a:t>spend they cannot see, licenses that are not used, and tools with duplicate functionality</a:t>
            </a:r>
            <a:r>
              <a:rPr lang="en-US" sz="1200" b="1" dirty="0">
                <a:solidFill>
                  <a:srgbClr val="09375F"/>
                </a:solidFill>
                <a:latin typeface="Poppins"/>
                <a:cs typeface="Poppins"/>
              </a:rPr>
              <a:t>. </a:t>
            </a:r>
            <a:r>
              <a:rPr lang="en-US" sz="1200" b="1" dirty="0" err="1">
                <a:solidFill>
                  <a:srgbClr val="09375F"/>
                </a:solidFill>
              </a:rPr>
              <a:t>AppWise</a:t>
            </a:r>
            <a:r>
              <a:rPr lang="en-US" sz="1200" dirty="0">
                <a:solidFill>
                  <a:schemeClr val="tx1"/>
                </a:solidFill>
              </a:rPr>
              <a:t> partners with leadership to recommend tech stack cuts that actualize immediate </a:t>
            </a:r>
            <a:r>
              <a:rPr lang="en-US" sz="1200" dirty="0" err="1">
                <a:solidFill>
                  <a:schemeClr val="tx1"/>
                </a:solidFill>
              </a:rPr>
              <a:t>savings,without</a:t>
            </a:r>
            <a:r>
              <a:rPr lang="en-US" sz="1200" dirty="0">
                <a:solidFill>
                  <a:schemeClr val="tx1"/>
                </a:solidFill>
              </a:rPr>
              <a:t> disrupting mission-critical systems or data flows.</a:t>
            </a:r>
            <a:endParaRPr lang="en-US" sz="1200" dirty="0">
              <a:solidFill>
                <a:schemeClr val="tx1"/>
              </a:solidFill>
              <a:latin typeface="Poppins"/>
              <a:cs typeface="Poppin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4A4864-C703-6DEA-401C-BF907427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sz="2200" b="1" dirty="0">
                <a:solidFill>
                  <a:srgbClr val="09375F"/>
                </a:solidFill>
                <a:latin typeface="Poppins"/>
              </a:rPr>
              <a:t>Problem Understanding &amp; The Aberdeen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" y="1424680"/>
            <a:ext cx="3642359" cy="1604754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txBody>
          <a:bodyPr wrap="square" lIns="164592" tIns="118872" rIns="164592" bIns="45720" rtlCol="0" anchor="t"/>
          <a:lstStyle/>
          <a:p>
            <a:pPr>
              <a:spcAft>
                <a:spcPts val="200"/>
              </a:spcAft>
            </a:pPr>
            <a:r>
              <a:rPr lang="en-US" sz="1400" b="1" dirty="0">
                <a:solidFill>
                  <a:schemeClr val="tx2"/>
                </a:solidFill>
                <a:latin typeface="Poppins"/>
              </a:rPr>
              <a:t>What we heard…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Poppins"/>
              </a:rPr>
              <a:t>Global company maintaining 800+ enterprise applications, dozens of SaaS subscriptions, and growing collection of AI tools </a:t>
            </a:r>
            <a:endParaRPr lang="en-US" sz="1000" dirty="0">
              <a:solidFill>
                <a:schemeClr val="bg1"/>
              </a:solidFill>
              <a:latin typeface="Poppins"/>
              <a:cs typeface="Poppins"/>
            </a:endParaRP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CIO tasked to reduce tech spend by 15%+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No disruptions of critical business operations can occur during initiative</a:t>
            </a:r>
            <a:endParaRPr lang="en-US" sz="1000" dirty="0">
              <a:solidFill>
                <a:schemeClr val="bg1"/>
              </a:solidFill>
              <a:cs typeface="Poppi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73296" y="1424679"/>
            <a:ext cx="3642359" cy="1599163"/>
          </a:xfrm>
          <a:prstGeom prst="rect">
            <a:avLst/>
          </a:prstGeom>
          <a:solidFill>
            <a:srgbClr val="EAF4F4"/>
          </a:solidFill>
          <a:ln>
            <a:noFill/>
          </a:ln>
          <a:effectLst/>
        </p:spPr>
        <p:txBody>
          <a:bodyPr wrap="square" lIns="182880" tIns="146304" rIns="182880" bIns="45720" rtlCol="0" anchor="t"/>
          <a:lstStyle/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09375F"/>
                </a:solidFill>
                <a:latin typeface="Poppins"/>
              </a:rPr>
              <a:t>What we offer…</a:t>
            </a:r>
            <a:endParaRPr lang="en-US" sz="1400" b="1" dirty="0">
              <a:solidFill>
                <a:srgbClr val="09375F"/>
              </a:solidFill>
              <a:latin typeface="Poppins"/>
              <a:cs typeface="Poppins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Centralized SaaS tool capturing complete application costs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One view of app overlap, usage, and business impact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Rationalization recommendations tied to savings</a:t>
            </a:r>
            <a:endParaRPr lang="en-US" sz="1000" b="1" dirty="0">
              <a:solidFill>
                <a:srgbClr val="09375F"/>
              </a:solidFill>
              <a:latin typeface="Poppins"/>
            </a:endParaRPr>
          </a:p>
        </p:txBody>
      </p:sp>
      <p:sp>
        <p:nvSpPr>
          <p:cNvPr id="13" name="Rectangle 12"/>
          <p:cNvSpPr>
            <a:spLocks/>
          </p:cNvSpPr>
          <p:nvPr/>
        </p:nvSpPr>
        <p:spPr>
          <a:xfrm>
            <a:off x="6300215" y="3174246"/>
            <a:ext cx="5532120" cy="311929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rtlCol="0" anchor="t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300215" y="3174246"/>
            <a:ext cx="5532120" cy="457200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txBody>
          <a:bodyPr wrap="square" lIns="182880" tIns="45720" rIns="91440" bIns="45720" rtlCol="0" anchor="ctr"/>
          <a:lstStyle/>
          <a:p>
            <a:r>
              <a:rPr lang="en-US" sz="1200" b="1" i="0" dirty="0">
                <a:solidFill>
                  <a:srgbClr val="FFFFFF"/>
                </a:solidFill>
                <a:latin typeface="Poppins"/>
              </a:rPr>
              <a:t>WHAT WE BUILT:  </a:t>
            </a:r>
            <a:r>
              <a:rPr lang="en-US" sz="1200" b="1" dirty="0" err="1">
                <a:solidFill>
                  <a:schemeClr val="bg1"/>
                </a:solidFill>
              </a:rPr>
              <a:t>AppWise</a:t>
            </a:r>
            <a:r>
              <a:rPr lang="en-US" sz="1200" b="1" dirty="0">
                <a:solidFill>
                  <a:schemeClr val="bg1"/>
                </a:solidFill>
              </a:rPr>
              <a:t> Insights by Aberdeen Advisors</a:t>
            </a:r>
            <a:endParaRPr lang="en-US" sz="1200" b="1" dirty="0">
              <a:solidFill>
                <a:schemeClr val="bg1"/>
              </a:solidFill>
              <a:cs typeface="Poppins"/>
            </a:endParaRPr>
          </a:p>
        </p:txBody>
      </p:sp>
      <p:sp>
        <p:nvSpPr>
          <p:cNvPr id="15" name="Oval 14"/>
          <p:cNvSpPr>
            <a:spLocks/>
          </p:cNvSpPr>
          <p:nvPr/>
        </p:nvSpPr>
        <p:spPr>
          <a:xfrm>
            <a:off x="6406895" y="3720415"/>
            <a:ext cx="292608" cy="292608"/>
          </a:xfrm>
          <a:prstGeom prst="ellipse">
            <a:avLst/>
          </a:prstGeom>
          <a:solidFill>
            <a:srgbClr val="44B0B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09375F"/>
                </a:solidFill>
                <a:latin typeface="Poppins"/>
              </a:rPr>
              <a:t>1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827519" y="3692984"/>
            <a:ext cx="4754880" cy="591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9375F"/>
                </a:solidFill>
                <a:latin typeface="Poppins"/>
              </a:rPr>
              <a:t>Connect </a:t>
            </a:r>
            <a:r>
              <a:rPr lang="en-US" sz="1200" b="1" dirty="0">
                <a:solidFill>
                  <a:srgbClr val="404040"/>
                </a:solidFill>
                <a:latin typeface="Poppins"/>
              </a:rPr>
              <a:t>:</a:t>
            </a:r>
            <a:r>
              <a:rPr lang="en-US" sz="1200" dirty="0">
                <a:solidFill>
                  <a:srgbClr val="404040"/>
                </a:solidFill>
                <a:latin typeface="Poppins"/>
              </a:rPr>
              <a:t> User </a:t>
            </a:r>
            <a:r>
              <a:rPr lang="en-US" sz="1200" b="0" dirty="0">
                <a:solidFill>
                  <a:srgbClr val="404040"/>
                </a:solidFill>
                <a:latin typeface="Poppins"/>
              </a:rPr>
              <a:t>fills out an Excel Format to provide key data fields and metrics for </a:t>
            </a:r>
            <a:r>
              <a:rPr lang="en-US" sz="1200" dirty="0" err="1">
                <a:solidFill>
                  <a:srgbClr val="404040"/>
                </a:solidFill>
                <a:latin typeface="Poppins"/>
              </a:rPr>
              <a:t>AppWise</a:t>
            </a:r>
            <a:r>
              <a:rPr lang="en-US" sz="1200" dirty="0">
                <a:solidFill>
                  <a:srgbClr val="404040"/>
                </a:solidFill>
                <a:latin typeface="Poppins"/>
              </a:rPr>
              <a:t>. The tool leverages real vendor contract data and AI to analyze next steps. </a:t>
            </a:r>
            <a:endParaRPr lang="en-US" sz="1200" b="0" dirty="0">
              <a:solidFill>
                <a:srgbClr val="404040"/>
              </a:solidFill>
              <a:latin typeface="Poppins"/>
            </a:endParaRPr>
          </a:p>
        </p:txBody>
      </p:sp>
      <p:sp>
        <p:nvSpPr>
          <p:cNvPr id="17" name="Oval 16"/>
          <p:cNvSpPr>
            <a:spLocks/>
          </p:cNvSpPr>
          <p:nvPr/>
        </p:nvSpPr>
        <p:spPr>
          <a:xfrm>
            <a:off x="6406895" y="4431178"/>
            <a:ext cx="292608" cy="292608"/>
          </a:xfrm>
          <a:prstGeom prst="ellipse">
            <a:avLst/>
          </a:prstGeom>
          <a:solidFill>
            <a:srgbClr val="44B0B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09375F"/>
                </a:solidFill>
                <a:latin typeface="Poppins"/>
              </a:rPr>
              <a:t>2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827519" y="4370188"/>
            <a:ext cx="4754880" cy="392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200" b="1" dirty="0">
                <a:solidFill>
                  <a:srgbClr val="09375F"/>
                </a:solidFill>
                <a:latin typeface="Poppins"/>
              </a:rPr>
              <a:t>Categorize </a:t>
            </a:r>
            <a:r>
              <a:rPr lang="en-US" sz="1200" b="1" dirty="0">
                <a:solidFill>
                  <a:srgbClr val="404040"/>
                </a:solidFill>
                <a:latin typeface="Poppins"/>
              </a:rPr>
              <a:t>:</a:t>
            </a:r>
            <a:r>
              <a:rPr lang="en-US" sz="1200" dirty="0">
                <a:solidFill>
                  <a:srgbClr val="404040"/>
                </a:solidFill>
                <a:latin typeface="Poppins"/>
              </a:rPr>
              <a:t> The LLM </a:t>
            </a:r>
            <a:r>
              <a:rPr lang="en-US" sz="1200" b="0" dirty="0">
                <a:solidFill>
                  <a:srgbClr val="404040"/>
                </a:solidFill>
                <a:latin typeface="Poppins"/>
              </a:rPr>
              <a:t>tags every app, SaaS tool and AI agent against a capability taxonomy.</a:t>
            </a:r>
          </a:p>
        </p:txBody>
      </p:sp>
      <p:sp>
        <p:nvSpPr>
          <p:cNvPr id="19" name="Oval 18"/>
          <p:cNvSpPr>
            <a:spLocks/>
          </p:cNvSpPr>
          <p:nvPr/>
        </p:nvSpPr>
        <p:spPr>
          <a:xfrm>
            <a:off x="6406895" y="4964000"/>
            <a:ext cx="292608" cy="292608"/>
          </a:xfrm>
          <a:prstGeom prst="ellipse">
            <a:avLst/>
          </a:prstGeom>
          <a:solidFill>
            <a:srgbClr val="44B0B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09375F"/>
                </a:solidFill>
                <a:latin typeface="Poppins"/>
              </a:rPr>
              <a:t>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6827519" y="4936568"/>
            <a:ext cx="4754880" cy="392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9375F"/>
                </a:solidFill>
                <a:latin typeface="Poppins"/>
              </a:rPr>
              <a:t>Cluster </a:t>
            </a:r>
            <a:r>
              <a:rPr lang="en-US" sz="1200" b="1" dirty="0">
                <a:solidFill>
                  <a:srgbClr val="404040"/>
                </a:solidFill>
                <a:latin typeface="Poppins"/>
              </a:rPr>
              <a:t>:</a:t>
            </a:r>
            <a:r>
              <a:rPr lang="en-US" sz="1200" dirty="0">
                <a:solidFill>
                  <a:srgbClr val="404040"/>
                </a:solidFill>
                <a:latin typeface="Poppins"/>
              </a:rPr>
              <a:t> Capability overlap </a:t>
            </a:r>
            <a:r>
              <a:rPr lang="en-US" sz="1200" b="0" dirty="0">
                <a:solidFill>
                  <a:srgbClr val="404040"/>
                </a:solidFill>
                <a:latin typeface="Poppins"/>
              </a:rPr>
              <a:t>surfaces the true redundancy, ranked by dollars saved, utilization, and dependencies. </a:t>
            </a:r>
          </a:p>
        </p:txBody>
      </p:sp>
      <p:sp>
        <p:nvSpPr>
          <p:cNvPr id="21" name="Oval 20"/>
          <p:cNvSpPr>
            <a:spLocks/>
          </p:cNvSpPr>
          <p:nvPr/>
        </p:nvSpPr>
        <p:spPr>
          <a:xfrm>
            <a:off x="6406895" y="5608102"/>
            <a:ext cx="292608" cy="292608"/>
          </a:xfrm>
          <a:prstGeom prst="ellipse">
            <a:avLst/>
          </a:prstGeom>
          <a:solidFill>
            <a:srgbClr val="44B0B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09375F"/>
                </a:solidFill>
                <a:latin typeface="Poppins"/>
              </a:rPr>
              <a:t>4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827519" y="5558359"/>
            <a:ext cx="4754880" cy="392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9375F"/>
                </a:solidFill>
                <a:latin typeface="Poppins"/>
              </a:rPr>
              <a:t>Recommend </a:t>
            </a:r>
            <a:r>
              <a:rPr lang="en-US" sz="1200" b="1" dirty="0">
                <a:solidFill>
                  <a:srgbClr val="404040"/>
                </a:solidFill>
                <a:latin typeface="Poppins"/>
              </a:rPr>
              <a:t>:</a:t>
            </a:r>
            <a:r>
              <a:rPr lang="en-US" sz="1200" dirty="0">
                <a:solidFill>
                  <a:srgbClr val="404040"/>
                </a:solidFill>
                <a:latin typeface="Poppins"/>
              </a:rPr>
              <a:t> Cost, utilization, risk and dependencies resolve each asset into one action:</a:t>
            </a:r>
            <a:endParaRPr lang="en-US" sz="1200" b="0" dirty="0">
              <a:solidFill>
                <a:srgbClr val="404040"/>
              </a:solidFill>
              <a:latin typeface="Poppin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BD9CC8-1F99-5DCA-B0A4-02185599C4AC}"/>
              </a:ext>
            </a:extLst>
          </p:cNvPr>
          <p:cNvSpPr/>
          <p:nvPr/>
        </p:nvSpPr>
        <p:spPr>
          <a:xfrm>
            <a:off x="8169020" y="1424679"/>
            <a:ext cx="3642359" cy="1599163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txBody>
          <a:bodyPr wrap="square" lIns="164592" tIns="118872" rIns="164592" rtlCol="0" anchor="t"/>
          <a:lstStyle/>
          <a:p>
            <a:pPr>
              <a:spcAft>
                <a:spcPts val="200"/>
              </a:spcAft>
            </a:pPr>
            <a:r>
              <a:rPr lang="en-US" sz="1400" b="1" dirty="0">
                <a:solidFill>
                  <a:schemeClr val="tx2"/>
                </a:solidFill>
              </a:rPr>
              <a:t>What the solution provides…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Total technology spend visibility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Invest / consolidate / replace / retire application recommendations with supporting data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Utilization rates and predicted savings, with a time horizon to execute</a:t>
            </a:r>
          </a:p>
          <a:p>
            <a:pPr marL="171450" indent="-171450">
              <a:spcAft>
                <a:spcPts val="200"/>
              </a:spcAft>
              <a:buFont typeface="Poppins" panose="00000500000000000000" pitchFamily="2" charset="0"/>
              <a:buChar char="–"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A46F77-2E86-46E4-9B6C-43BB0EBD6786}"/>
              </a:ext>
            </a:extLst>
          </p:cNvPr>
          <p:cNvSpPr/>
          <p:nvPr/>
        </p:nvSpPr>
        <p:spPr>
          <a:xfrm>
            <a:off x="359666" y="3162632"/>
            <a:ext cx="5532120" cy="3119296"/>
          </a:xfrm>
          <a:prstGeom prst="rect">
            <a:avLst/>
          </a:prstGeom>
          <a:noFill/>
          <a:ln w="12700">
            <a:solidFill>
              <a:srgbClr val="09375F"/>
            </a:solidFill>
          </a:ln>
          <a:effectLst/>
        </p:spPr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D6D4DC-654C-C8DB-9533-84A048447D6D}"/>
              </a:ext>
            </a:extLst>
          </p:cNvPr>
          <p:cNvSpPr/>
          <p:nvPr/>
        </p:nvSpPr>
        <p:spPr>
          <a:xfrm>
            <a:off x="359666" y="3162632"/>
            <a:ext cx="5532120" cy="468814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txBody>
          <a:bodyPr wrap="square" lIns="164592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FFFF"/>
                </a:solidFill>
                <a:latin typeface="Poppins"/>
              </a:rPr>
              <a:t>AN INDUSTRY-WIDE PROBLEM, NOT A ONE-COMPANY PROBLEM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E4FF7C-7174-7F8B-2525-2CC2581E9F9E}"/>
              </a:ext>
            </a:extLst>
          </p:cNvPr>
          <p:cNvSpPr txBox="1"/>
          <p:nvPr/>
        </p:nvSpPr>
        <p:spPr>
          <a:xfrm>
            <a:off x="533402" y="3692984"/>
            <a:ext cx="5184648" cy="1985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200" b="1" dirty="0">
                <a:solidFill>
                  <a:srgbClr val="09375F"/>
                </a:solidFill>
                <a:latin typeface="Poppins"/>
              </a:rPr>
              <a:t>Spend is fragmented:  </a:t>
            </a:r>
            <a:r>
              <a:rPr lang="en-US" sz="1200" dirty="0">
                <a:solidFill>
                  <a:srgbClr val="404040"/>
                </a:solidFill>
                <a:latin typeface="Poppins"/>
              </a:rPr>
              <a:t>L</a:t>
            </a:r>
            <a:r>
              <a:rPr lang="en-US" sz="1200" b="0" dirty="0">
                <a:solidFill>
                  <a:srgbClr val="404040"/>
                </a:solidFill>
                <a:latin typeface="Poppins"/>
              </a:rPr>
              <a:t>icense, cloud and renewal cost sit in different systems, so no one sees the total spend.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200" b="1" dirty="0">
                <a:solidFill>
                  <a:srgbClr val="09375F"/>
                </a:solidFill>
                <a:latin typeface="Poppins"/>
              </a:rPr>
              <a:t>Ownership is unclear: </a:t>
            </a:r>
            <a:r>
              <a:rPr lang="en-US" sz="1200" b="0" dirty="0">
                <a:solidFill>
                  <a:srgbClr val="404040"/>
                </a:solidFill>
                <a:latin typeface="Poppins"/>
              </a:rPr>
              <a:t>apps outlive the sponsor who bought them, and no one is accountable for the spend.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200" b="1" dirty="0">
                <a:solidFill>
                  <a:srgbClr val="09375F"/>
                </a:solidFill>
                <a:latin typeface="Poppins"/>
              </a:rPr>
              <a:t>The same capability is bought twice:  </a:t>
            </a:r>
            <a:r>
              <a:rPr lang="en-US" sz="1200" dirty="0">
                <a:latin typeface="Poppins"/>
              </a:rPr>
              <a:t>The business wastes money on competing tools with similar capabilities 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200" b="1" dirty="0">
                <a:solidFill>
                  <a:srgbClr val="09375F"/>
                </a:solidFill>
                <a:latin typeface="Poppins"/>
              </a:rPr>
              <a:t>Contracts drive the calendar: </a:t>
            </a:r>
            <a:r>
              <a:rPr lang="en-US" sz="1200" b="0" dirty="0">
                <a:solidFill>
                  <a:srgbClr val="404040"/>
                </a:solidFill>
                <a:latin typeface="Poppins"/>
              </a:rPr>
              <a:t>auto-renewals close before the analysis lands, so savings slip another year.</a:t>
            </a:r>
            <a:endParaRPr lang="en-US" sz="1200" b="0">
              <a:solidFill>
                <a:srgbClr val="404040"/>
              </a:solidFill>
              <a:latin typeface="Poppin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B3F329-AAC7-52B2-090E-3E738CB91D43}"/>
              </a:ext>
            </a:extLst>
          </p:cNvPr>
          <p:cNvSpPr/>
          <p:nvPr/>
        </p:nvSpPr>
        <p:spPr>
          <a:xfrm>
            <a:off x="6944787" y="6072991"/>
            <a:ext cx="4242976" cy="392095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44B0B1"/>
                </a:solidFill>
                <a:latin typeface="Poppins"/>
              </a:rPr>
              <a:t>INVEST   ·   CONSOLIDATE   ·   REPLACE   ·   RETIRE</a:t>
            </a:r>
          </a:p>
        </p:txBody>
      </p:sp>
    </p:spTree>
    <p:extLst>
      <p:ext uri="{BB962C8B-B14F-4D97-AF65-F5344CB8AC3E}">
        <p14:creationId xmlns:p14="http://schemas.microsoft.com/office/powerpoint/2010/main" val="1102526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65E9A-AF9B-3BB4-BE1F-3E682E3D5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01FCAD-FE07-27A3-5A09-EB81A1F22D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lang="en-US" sz="1400" dirty="0" err="1">
                <a:solidFill>
                  <a:schemeClr val="tx1"/>
                </a:solidFill>
              </a:rPr>
              <a:t>AppWise</a:t>
            </a:r>
            <a:r>
              <a:rPr lang="en-US" sz="1400" dirty="0">
                <a:solidFill>
                  <a:schemeClr val="tx1"/>
                </a:solidFill>
              </a:rPr>
              <a:t> combines app cost, capability overlap, risk, business criticality, and unused licenses into a customized roadmap with a  drillable portfolio view down to individual apps and vendors.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D4F89B-BBFA-7058-A00E-B0A0F6EE4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sz="2200" b="1" dirty="0" err="1">
                <a:solidFill>
                  <a:srgbClr val="09375F"/>
                </a:solidFill>
                <a:latin typeface="Poppins"/>
              </a:rPr>
              <a:t>AppWise</a:t>
            </a:r>
            <a:r>
              <a:rPr lang="en-US" sz="2200" b="1" dirty="0">
                <a:solidFill>
                  <a:srgbClr val="09375F"/>
                </a:solidFill>
                <a:latin typeface="Poppins"/>
              </a:rPr>
              <a:t> MVP and its Impact /</a:t>
            </a:r>
            <a:r>
              <a:rPr sz="2200" b="1" dirty="0">
                <a:solidFill>
                  <a:srgbClr val="09375F"/>
                </a:solidFill>
                <a:latin typeface="Poppins"/>
              </a:rPr>
              <a:t> Business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6348" y="1409207"/>
            <a:ext cx="3360257" cy="1491682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txBody>
          <a:bodyPr wrap="square" lIns="182880" tIns="146304" rIns="182880" bIns="4572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400" b="1" i="0" dirty="0">
                <a:solidFill>
                  <a:schemeClr val="tx2"/>
                </a:solidFill>
                <a:latin typeface="Poppins"/>
              </a:rPr>
              <a:t>Reduce App Spend</a:t>
            </a:r>
            <a:endParaRPr sz="1400" b="1" i="0" dirty="0">
              <a:solidFill>
                <a:schemeClr val="tx2"/>
              </a:solidFill>
              <a:latin typeface="Poppins"/>
            </a:endParaRPr>
          </a:p>
          <a:p>
            <a:pPr>
              <a:lnSpc>
                <a:spcPct val="108000"/>
              </a:lnSpc>
            </a:pPr>
            <a:r>
              <a:rPr lang="en-US" sz="1000" dirty="0">
                <a:solidFill>
                  <a:schemeClr val="bg1"/>
                </a:solidFill>
                <a:latin typeface="Poppins"/>
              </a:rPr>
              <a:t>Clients can specify the target budget cut percentage for tech spend and the length of time allowed to achieve the cut.  </a:t>
            </a:r>
            <a:r>
              <a:rPr lang="en-US" sz="1000" dirty="0" err="1">
                <a:solidFill>
                  <a:schemeClr val="bg1"/>
                </a:solidFill>
                <a:latin typeface="Poppins"/>
              </a:rPr>
              <a:t>Appwise</a:t>
            </a:r>
            <a:r>
              <a:rPr lang="en-US" sz="1000" dirty="0">
                <a:solidFill>
                  <a:schemeClr val="bg1"/>
                </a:solidFill>
                <a:latin typeface="Poppins"/>
              </a:rPr>
              <a:t> surfaces cost-savings opportunities </a:t>
            </a:r>
            <a:endParaRPr lang="en-US" sz="1200" dirty="0">
              <a:solidFill>
                <a:schemeClr val="bg1"/>
              </a:solidFill>
              <a:cs typeface="Poppi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86347" y="3016200"/>
            <a:ext cx="3360258" cy="1325530"/>
          </a:xfrm>
          <a:prstGeom prst="rect">
            <a:avLst/>
          </a:prstGeom>
          <a:solidFill>
            <a:srgbClr val="EAF4F4"/>
          </a:solidFill>
          <a:ln>
            <a:noFill/>
          </a:ln>
          <a:effectLst/>
        </p:spPr>
        <p:txBody>
          <a:bodyPr wrap="square" lIns="182880" tIns="146304" rIns="182880" bIns="4572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400" b="1" i="0" dirty="0">
                <a:solidFill>
                  <a:srgbClr val="09375F"/>
                </a:solidFill>
                <a:latin typeface="Poppins"/>
              </a:rPr>
              <a:t>Targeted Roadmap</a:t>
            </a:r>
            <a:endParaRPr lang="en-US" sz="1400" b="1" i="0" dirty="0">
              <a:solidFill>
                <a:srgbClr val="09375F"/>
              </a:solidFill>
              <a:latin typeface="Poppins"/>
              <a:cs typeface="Poppins"/>
            </a:endParaRPr>
          </a:p>
          <a:p>
            <a:pPr>
              <a:lnSpc>
                <a:spcPct val="108000"/>
              </a:lnSpc>
            </a:pPr>
            <a:r>
              <a:rPr lang="en-US" sz="1050" dirty="0" err="1">
                <a:solidFill>
                  <a:srgbClr val="404040"/>
                </a:solidFill>
                <a:latin typeface="Poppins"/>
              </a:rPr>
              <a:t>AppWise</a:t>
            </a:r>
            <a:r>
              <a:rPr lang="en-US" sz="1050" dirty="0">
                <a:solidFill>
                  <a:srgbClr val="404040"/>
                </a:solidFill>
                <a:latin typeface="Poppins"/>
              </a:rPr>
              <a:t> identifies</a:t>
            </a:r>
            <a:r>
              <a:rPr lang="en-US" sz="1050" b="0" i="0" dirty="0">
                <a:solidFill>
                  <a:srgbClr val="404040"/>
                </a:solidFill>
                <a:latin typeface="Poppins"/>
              </a:rPr>
              <a:t> areas</a:t>
            </a:r>
            <a:r>
              <a:rPr lang="en-US" sz="1050" dirty="0">
                <a:solidFill>
                  <a:srgbClr val="404040"/>
                </a:solidFill>
                <a:latin typeface="Poppins"/>
              </a:rPr>
              <a:t> for cuts</a:t>
            </a:r>
            <a:r>
              <a:rPr lang="en-US" sz="1050" b="0" i="0" dirty="0">
                <a:solidFill>
                  <a:srgbClr val="404040"/>
                </a:solidFill>
                <a:latin typeface="Poppins"/>
              </a:rPr>
              <a:t> and</a:t>
            </a:r>
            <a:r>
              <a:rPr lang="en-US" sz="1050" dirty="0">
                <a:solidFill>
                  <a:srgbClr val="404040"/>
                </a:solidFill>
                <a:latin typeface="Poppins"/>
              </a:rPr>
              <a:t> provides a quarter-by-quarter roadmap for when cuts can occur, based on contract renewal dates.</a:t>
            </a:r>
            <a:endParaRPr lang="en-US" sz="1050" b="0" i="0" dirty="0">
              <a:solidFill>
                <a:srgbClr val="404040"/>
              </a:solidFill>
              <a:latin typeface="Poppins"/>
              <a:cs typeface="Poppin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6346" y="4457040"/>
            <a:ext cx="3360259" cy="1257735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txBody>
          <a:bodyPr wrap="square" lIns="182880" tIns="146304" rIns="182880" bIns="45720" rtlCol="0" anchor="t"/>
          <a:lstStyle/>
          <a:p>
            <a:pPr>
              <a:spcAft>
                <a:spcPts val="400"/>
              </a:spcAft>
            </a:pPr>
            <a:r>
              <a:rPr lang="en-US" sz="1400" b="1" dirty="0">
                <a:solidFill>
                  <a:schemeClr val="tx2"/>
                </a:solidFill>
                <a:latin typeface="Poppins"/>
              </a:rPr>
              <a:t> Duplicate Spend Exposed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Poppins"/>
              </a:rPr>
              <a:t>Clusters apps by capability to surface where the same function is bought twice  ranked by dollars, utilization, and dependencies.</a:t>
            </a:r>
            <a:endParaRPr lang="en-US" sz="1050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3494" y="5844397"/>
            <a:ext cx="11485011" cy="5378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201168" tIns="45720" rIns="201168" bIns="45720" rtlCol="0" anchor="ctr"/>
          <a:lstStyle/>
          <a:p>
            <a:pPr algn="ctr">
              <a:lnSpc>
                <a:spcPct val="105000"/>
              </a:lnSpc>
            </a:pPr>
            <a:r>
              <a:rPr lang="en-US" sz="1400" i="1" dirty="0">
                <a:latin typeface="Poppins"/>
              </a:rPr>
              <a:t>Most rationalization efforts stall at ”which apps”</a:t>
            </a:r>
            <a:r>
              <a:rPr lang="en-US" sz="1400" b="1" i="1" dirty="0">
                <a:latin typeface="Poppins"/>
              </a:rPr>
              <a:t>. </a:t>
            </a:r>
            <a:r>
              <a:rPr lang="en-US" sz="1400" b="1" i="1" dirty="0" err="1">
                <a:latin typeface="Poppins"/>
              </a:rPr>
              <a:t>AppWise</a:t>
            </a:r>
            <a:r>
              <a:rPr lang="en-US" sz="1400" b="1" i="1" dirty="0">
                <a:latin typeface="Poppins"/>
              </a:rPr>
              <a:t> </a:t>
            </a:r>
            <a:r>
              <a:rPr lang="en-US" sz="1400" i="1" dirty="0">
                <a:latin typeface="Poppins"/>
              </a:rPr>
              <a:t>answers which, when, and how much will I save</a:t>
            </a:r>
            <a:endParaRPr lang="en-US" sz="1400" i="1" dirty="0">
              <a:cs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D5A9D2-59AE-A44D-36E4-B2BB0544B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2100109"/>
            <a:ext cx="7622344" cy="36146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07133A-5ACD-441C-16A2-53C5F96CEDDC}"/>
              </a:ext>
            </a:extLst>
          </p:cNvPr>
          <p:cNvSpPr/>
          <p:nvPr/>
        </p:nvSpPr>
        <p:spPr>
          <a:xfrm>
            <a:off x="356617" y="1413443"/>
            <a:ext cx="7622343" cy="620650"/>
          </a:xfrm>
          <a:prstGeom prst="rect">
            <a:avLst/>
          </a:prstGeom>
          <a:solidFill>
            <a:srgbClr val="EAF4F4"/>
          </a:solidFill>
          <a:ln>
            <a:noFill/>
          </a:ln>
          <a:effectLst/>
        </p:spPr>
        <p:txBody>
          <a:bodyPr wrap="square" lIns="182880" tIns="146304" rIns="182880" bIns="45720" rtlCol="0" anchor="t"/>
          <a:lstStyle/>
          <a:p>
            <a:pPr>
              <a:spcAft>
                <a:spcPts val="400"/>
              </a:spcAft>
            </a:pPr>
            <a:r>
              <a:rPr lang="en-US" sz="1400" b="1" i="0" dirty="0">
                <a:solidFill>
                  <a:srgbClr val="09375F"/>
                </a:solidFill>
                <a:latin typeface="Poppins"/>
              </a:rPr>
              <a:t>Target Users: </a:t>
            </a:r>
            <a:r>
              <a:rPr lang="en-US" sz="1400" dirty="0">
                <a:latin typeface="Poppins"/>
              </a:rPr>
              <a:t>The IT Portfolio and Vendor Management lead in the CIO's office, with IT Finance review and app owners validating the Information</a:t>
            </a:r>
          </a:p>
          <a:p>
            <a:pPr>
              <a:spcAft>
                <a:spcPts val="400"/>
              </a:spcAft>
            </a:pPr>
            <a:endParaRPr lang="en-US" sz="1400" b="1" i="0" dirty="0">
              <a:solidFill>
                <a:srgbClr val="09375F"/>
              </a:solidFill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79862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67A9B-AEC4-48FE-E826-4162B6A97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8F8634-AA4E-818C-8D43-6F8E646E21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algn="l"/>
            <a:r>
              <a:rPr sz="1200" b="0">
                <a:solidFill>
                  <a:srgbClr val="404040"/>
                </a:solidFill>
                <a:latin typeface="Poppins"/>
              </a:rPr>
              <a:t>Harden in 2–4 weeks, validate with 1–2 client pilots, then package the engine as a reusable Aberdeen Labs offering.</a:t>
            </a: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2CF689-34EE-F24F-66A6-62CB2F63A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09375F"/>
                </a:solidFill>
                <a:latin typeface="Poppins"/>
              </a:rPr>
              <a:t>Path to Market: Prove value, then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" y="1371600"/>
            <a:ext cx="2676906" cy="1874519"/>
          </a:xfrm>
          <a:prstGeom prst="rect">
            <a:avLst/>
          </a:prstGeom>
          <a:noFill/>
          <a:ln w="12700">
            <a:solidFill>
              <a:srgbClr val="09375F"/>
            </a:solidFill>
          </a:ln>
          <a:effectLst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616" y="1371600"/>
            <a:ext cx="2676906" cy="658368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txBody>
          <a:bodyPr wrap="square" lIns="137160" tIns="91440" rIns="13716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44B0B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WEEKS 0–4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Refine the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2157984"/>
            <a:ext cx="240258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Validate workflows, logic and required input fields. Fix bugs, capture lessons learned and plan the capability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9553" y="1371600"/>
            <a:ext cx="2676906" cy="1874519"/>
          </a:xfrm>
          <a:prstGeom prst="rect">
            <a:avLst/>
          </a:prstGeom>
          <a:noFill/>
          <a:ln w="12700">
            <a:solidFill>
              <a:srgbClr val="09375F"/>
            </a:solidFill>
          </a:ln>
          <a:effectLst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89553" y="1371600"/>
            <a:ext cx="2676906" cy="658368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txBody>
          <a:bodyPr wrap="square" lIns="137160" tIns="91440" rIns="13716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44B0B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WEEKS 4–8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Pilot at Aberdeen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6713" y="2157984"/>
            <a:ext cx="240258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Internal pilot using ServiceNow CMDB extracts and dummy data. Confirm the input template holds against real exports.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2491" y="1371600"/>
            <a:ext cx="2676906" cy="1874519"/>
          </a:xfrm>
          <a:prstGeom prst="rect">
            <a:avLst/>
          </a:prstGeom>
          <a:noFill/>
          <a:ln w="12700">
            <a:solidFill>
              <a:srgbClr val="09375F"/>
            </a:solidFill>
          </a:ln>
          <a:effectLst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22491" y="1371600"/>
            <a:ext cx="2676906" cy="658368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txBody>
          <a:bodyPr wrap="square" lIns="137160" tIns="91440" rIns="13716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44B0B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WEEKS 8–16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Pilot with select 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9651" y="2157984"/>
            <a:ext cx="240258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One or two clients (e.g. Novant, Hanger). Begin with data discovery, gather user feedback, capture ROI and realized reductions.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55430" y="1371600"/>
            <a:ext cx="2676906" cy="1874519"/>
          </a:xfrm>
          <a:prstGeom prst="rect">
            <a:avLst/>
          </a:prstGeom>
          <a:noFill/>
          <a:ln w="12700">
            <a:solidFill>
              <a:srgbClr val="09375F"/>
            </a:solidFill>
          </a:ln>
          <a:effectLst/>
        </p:spPr>
        <p:txBody>
          <a:bodyPr wrap="square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55430" y="1371600"/>
            <a:ext cx="2676906" cy="658368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txBody>
          <a:bodyPr wrap="square" lIns="137160" tIns="91440" rIns="13716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44B0B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WEEK 16 ONWARDS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Scale the offering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2590" y="2157984"/>
            <a:ext cx="240258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Pitch clients and prospects using proven pilot results. Convert feedback into a repeatable, packaged offer.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" y="3429000"/>
            <a:ext cx="2676906" cy="2852928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txBody>
          <a:bodyPr wrap="square" lIns="155448" tIns="128016" rIns="155448" bIns="73152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44B0B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RISKS AND HOW WE HANDLE THEM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Patchy inventory data</a:t>
            </a:r>
            <a:r>
              <a:rPr lang="en-US" sz="900" dirty="0">
                <a:solidFill>
                  <a:srgbClr val="FFFFFF"/>
                </a:solidFill>
                <a:latin typeface="Poppins"/>
              </a:rPr>
              <a:t>: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missing fields are flagged, never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ignored</a:t>
            </a:r>
            <a:endParaRPr lang="en-US" sz="900" dirty="0">
              <a:solidFill>
                <a:srgbClr val="FFFFFF"/>
              </a:solidFill>
              <a:latin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Wrong Inputs: Prior to Data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inta</a:t>
            </a:r>
            <a:r>
              <a:rPr lang="en-US" sz="900" dirty="0" err="1">
                <a:solidFill>
                  <a:srgbClr val="FFFFFF"/>
                </a:solidFill>
                <a:latin typeface="Poppins"/>
              </a:rPr>
              <a:t>ke</a:t>
            </a:r>
            <a:r>
              <a:rPr lang="en-US" sz="900" dirty="0">
                <a:solidFill>
                  <a:srgbClr val="FFFFFF"/>
                </a:solidFill>
                <a:latin typeface="Poppins"/>
              </a:rPr>
              <a:t>, we’ll double check metrics with app owners and(or) systems that generated them, including contract review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We will always meet with the App Owners to validate usage data, app data and insights prior to any final recommendation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900" dirty="0">
                <a:solidFill>
                  <a:srgbClr val="FFFFFF"/>
                </a:solidFill>
                <a:latin typeface="Poppins"/>
              </a:rPr>
              <a:t>Prior to full-rollout, we’ll make sure the logic and engine behind the savings and other metrics are correct. We’ll iterate as needed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89553" y="3429000"/>
            <a:ext cx="2676906" cy="2852928"/>
          </a:xfrm>
          <a:prstGeom prst="rect">
            <a:avLst/>
          </a:prstGeom>
          <a:solidFill>
            <a:srgbClr val="EAF4F4"/>
          </a:solidFill>
          <a:ln>
            <a:noFill/>
          </a:ln>
          <a:effectLst/>
        </p:spPr>
        <p:txBody>
          <a:bodyPr wrap="square" lIns="155448" tIns="128016" rIns="155448" bIns="73152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09375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HOW WE MEASURE SUCCESS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Percentage of the portfolio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and app usage data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validated by app owners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and(or) contractual data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Validating all the data surfaces by the input file is correct and formulas and recommendations are sustainable.</a:t>
            </a:r>
            <a:endParaRPr lang="en-US" sz="900" dirty="0">
              <a:solidFill>
                <a:srgbClr val="404040"/>
              </a:solidFill>
              <a:latin typeface="Poppins"/>
            </a:endParaRPr>
          </a:p>
          <a:p>
            <a:pPr marL="171450" indent="-171450">
              <a:lnSpc>
                <a:spcPct val="107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404040"/>
                </a:solidFill>
                <a:latin typeface="Poppins"/>
              </a:rPr>
              <a:t>Successfully identifying cost savings opportunities and validating the recommendations with app owners</a:t>
            </a:r>
            <a:endParaRPr lang="en-US" sz="900" dirty="0">
              <a:solidFill>
                <a:srgbClr val="40404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22491" y="3429000"/>
            <a:ext cx="2676906" cy="2852928"/>
          </a:xfrm>
          <a:prstGeom prst="rect">
            <a:avLst/>
          </a:prstGeom>
          <a:solidFill>
            <a:srgbClr val="EAF4F4"/>
          </a:solidFill>
          <a:ln>
            <a:noFill/>
          </a:ln>
          <a:effectLst/>
        </p:spPr>
        <p:txBody>
          <a:bodyPr wrap="square" lIns="155448" tIns="128016" rIns="155448" bIns="73152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09375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DATA READINESS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For the hackathon we assume the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client has complete data required as initial data intake for the tool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In practice</a:t>
            </a:r>
            <a:r>
              <a:rPr lang="en-US" sz="900">
                <a:solidFill>
                  <a:srgbClr val="404040"/>
                </a:solidFill>
                <a:latin typeface="Poppins"/>
              </a:rPr>
              <a:t>,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app owners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will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source records from ServiceNow CMDB, contracts and sign-on data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to fill the intake file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Aberdeen supports the data collection as part of the engagement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Anything missing is defaulted and reported rather than rejected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55430" y="3429000"/>
            <a:ext cx="2676906" cy="2852928"/>
          </a:xfrm>
          <a:prstGeom prst="rect">
            <a:avLst/>
          </a:prstGeom>
          <a:solidFill>
            <a:srgbClr val="09375F"/>
          </a:solidFill>
          <a:ln>
            <a:noFill/>
          </a:ln>
          <a:effectLst/>
        </p:spPr>
        <p:txBody>
          <a:bodyPr wrap="square" lIns="155448" tIns="128016" rIns="155448" bIns="73152" rtlCol="0" anchor="t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4B0B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FUTURE CAPABILITIES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44B0B1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Upload contracts; extract target fields and populate the data into tool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Add guided Q&amp;A chatbot for users to query the portfolio and reach insights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Assess AI tools, agents, token usage and related cost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Establish Weighted Scoring techniques to consolidate decision making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API integration with client ITAM system to push real-time updates to application and license data into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AppWise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173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FD2AE-2E4C-B9F3-C7E1-E6615C52E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11AB3E-962D-6AD6-D6FA-E4362B214E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algn="l"/>
            <a:r>
              <a:rPr sz="1400" b="1">
                <a:solidFill>
                  <a:srgbClr val="09375F"/>
                </a:solidFill>
                <a:latin typeface="Poppins"/>
              </a:rPr>
              <a:t>Executive Summary</a:t>
            </a:r>
            <a:endParaRPr lang="en-US" sz="24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80F3BA-603D-634F-311D-EE28CFCAB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9375F"/>
                </a:solidFill>
                <a:latin typeface="Poppins"/>
              </a:rPr>
              <a:t>Appendix: AppWise Insights — Tool Screenshots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41A68A-16C1-1EEC-0481-E7E707FEB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847088"/>
            <a:ext cx="11338560" cy="42244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356616" y="1225296"/>
            <a:ext cx="11338560" cy="34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The one-page CIO view: total technology spend, savings identified against the 15% target, and the highest-value actions ranked by net saving alongside the disposition mix across all 800 assets and portfolio </a:t>
            </a: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licence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health.</a:t>
            </a:r>
          </a:p>
        </p:txBody>
      </p:sp>
    </p:spTree>
    <p:extLst>
      <p:ext uri="{BB962C8B-B14F-4D97-AF65-F5344CB8AC3E}">
        <p14:creationId xmlns:p14="http://schemas.microsoft.com/office/powerpoint/2010/main" val="428488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7843-3B8F-F977-036D-952570AF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431B0D-027F-83D6-7DD4-D323A3CCA6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algn="l"/>
            <a:r>
              <a:rPr sz="1400" b="1">
                <a:solidFill>
                  <a:srgbClr val="09375F"/>
                </a:solidFill>
                <a:latin typeface="Poppins"/>
              </a:rPr>
              <a:t>Technology Spend</a:t>
            </a:r>
            <a:endParaRPr lang="en-US" sz="24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C8EF08-E8DE-1CCA-43FA-7F7989B05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9375F"/>
                </a:solidFill>
                <a:latin typeface="Poppins"/>
              </a:rPr>
              <a:t>Appendix: AppWise Insights — Tool 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4B3DE2-8AF1-B232-E1D7-067837A22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964" y="1847088"/>
            <a:ext cx="8977862" cy="4507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356616" y="1225296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Where the $1.04B actually goes: spend by vendor, capability category, asset type, owning department and business criticality — plus contracted value still committed and the spend sitting on idle seats.</a:t>
            </a:r>
          </a:p>
        </p:txBody>
      </p:sp>
    </p:spTree>
    <p:extLst>
      <p:ext uri="{BB962C8B-B14F-4D97-AF65-F5344CB8AC3E}">
        <p14:creationId xmlns:p14="http://schemas.microsoft.com/office/powerpoint/2010/main" val="3928351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EFEF1-E571-AF7A-21F8-210A62BC8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D9151C-A71D-E02F-524E-DDA962D691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algn="l"/>
            <a:r>
              <a:rPr sz="1400" b="1">
                <a:solidFill>
                  <a:srgbClr val="09375F"/>
                </a:solidFill>
                <a:latin typeface="Poppins"/>
              </a:rPr>
              <a:t>Redundancy &amp; Overlap</a:t>
            </a:r>
            <a:endParaRPr lang="en-US" sz="24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E45461-B84C-8019-D8D8-AB7625031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9375F"/>
                </a:solidFill>
                <a:latin typeface="Poppins"/>
              </a:rPr>
              <a:t>Appendix: AppWise Insights — Tool Screenshots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C3617A-C530-31B2-F925-B0D1FAE21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16" y="1847088"/>
            <a:ext cx="10037158" cy="4507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356616" y="1225296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Applications whose capabilities are already covered elsewhere in the portfolio, with cost, licences acquired versus active users, utilization, contract links, the recommended action and the written reasoning behind each call.</a:t>
            </a:r>
          </a:p>
        </p:txBody>
      </p:sp>
    </p:spTree>
    <p:extLst>
      <p:ext uri="{BB962C8B-B14F-4D97-AF65-F5344CB8AC3E}">
        <p14:creationId xmlns:p14="http://schemas.microsoft.com/office/powerpoint/2010/main" val="3277225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AB22B-44D2-D1F0-2F99-558EFBA2E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D6402D1-AB0F-C6AD-E68D-DE7C27488E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algn="l"/>
            <a:r>
              <a:rPr sz="1400" b="1">
                <a:solidFill>
                  <a:srgbClr val="09375F"/>
                </a:solidFill>
                <a:latin typeface="Poppins"/>
              </a:rPr>
              <a:t>AI &amp; Agents Analysis</a:t>
            </a:r>
            <a:endParaRPr lang="en-US" sz="24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3D102E-3EE6-7653-B81B-BD15A506F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9375F"/>
                </a:solidFill>
                <a:latin typeface="Poppins"/>
              </a:rPr>
              <a:t>Appendix: AppWise Insights — Tool Screenshots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9E5493-E850-086A-530A-A1DE3C373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49" y="1847088"/>
            <a:ext cx="10442492" cy="4507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356616" y="1225296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The AI-specific lens: assistive tools versus autonomous agents, AI spend as a share of the portfolio, duplicated AI capability, token consumption and median AI utilization.</a:t>
            </a:r>
          </a:p>
        </p:txBody>
      </p:sp>
    </p:spTree>
    <p:extLst>
      <p:ext uri="{BB962C8B-B14F-4D97-AF65-F5344CB8AC3E}">
        <p14:creationId xmlns:p14="http://schemas.microsoft.com/office/powerpoint/2010/main" val="1074029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17639-AF7D-0864-EB6B-7E1F51561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79044D-643C-EF35-8A9C-CDC0248CD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algn="l"/>
            <a:r>
              <a:rPr sz="1400" b="1">
                <a:solidFill>
                  <a:srgbClr val="09375F"/>
                </a:solidFill>
                <a:latin typeface="Poppins"/>
              </a:rPr>
              <a:t>Recommendations</a:t>
            </a:r>
            <a:endParaRPr lang="en-US" sz="24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195CDD-B1E7-8D92-AB0F-CB11CFFCB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9375F"/>
                </a:solidFill>
                <a:latin typeface="Poppins"/>
              </a:rPr>
              <a:t>Appendix: AppWise Insights — Tool Screenshots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8EEF8C-2043-C8A4-7C9F-6D1CD4256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173" y="1847088"/>
            <a:ext cx="9449445" cy="4507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356616" y="1225296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One disposition per asset — Invest, Consolidate, Replace or Retire — each with its rationale, net saving, earliest action date, named owner and whether it made the current wave or sits in reserve.</a:t>
            </a:r>
          </a:p>
        </p:txBody>
      </p:sp>
    </p:spTree>
    <p:extLst>
      <p:ext uri="{BB962C8B-B14F-4D97-AF65-F5344CB8AC3E}">
        <p14:creationId xmlns:p14="http://schemas.microsoft.com/office/powerpoint/2010/main" val="2725963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BC7AA-4DF0-CFFF-384B-7FD72779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D3C8DE-F135-F90D-1DFC-3835A2AED5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algn="l"/>
            <a:r>
              <a:rPr sz="1400" b="1">
                <a:solidFill>
                  <a:srgbClr val="09375F"/>
                </a:solidFill>
                <a:latin typeface="Poppins"/>
              </a:rPr>
              <a:t>Savings Scenarios</a:t>
            </a:r>
            <a:endParaRPr lang="en-US" sz="24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03FBC7-3BE7-3FB5-A0B1-04B9CA823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9375F"/>
                </a:solidFill>
                <a:latin typeface="Poppins"/>
              </a:rPr>
              <a:t>Appendix: AppWise Insights — Tool 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836B0D-2B6C-A6DD-38FE-F832409FF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914" y="1847088"/>
            <a:ext cx="9039963" cy="4507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356616" y="1225296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The planning controls: set the savings target and time horizon, enforce guardrails on mission-critical, revenue-bearing and regulated assets, and see the smallest set of actions that clears the target.</a:t>
            </a:r>
          </a:p>
        </p:txBody>
      </p:sp>
    </p:spTree>
    <p:extLst>
      <p:ext uri="{BB962C8B-B14F-4D97-AF65-F5344CB8AC3E}">
        <p14:creationId xmlns:p14="http://schemas.microsoft.com/office/powerpoint/2010/main" val="3125480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21973-D19B-795F-B587-34BE7B476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9930C2-B4FE-3352-F764-3BAB3026E4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algn="l"/>
            <a:r>
              <a:rPr sz="1400" b="1">
                <a:solidFill>
                  <a:srgbClr val="09375F"/>
                </a:solidFill>
                <a:latin typeface="Poppins"/>
              </a:rPr>
              <a:t>Roadmap &amp; Renewals</a:t>
            </a:r>
            <a:endParaRPr lang="en-US" sz="24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1D2EDB5-8CC5-45EA-C4C6-98323B94E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9375F"/>
                </a:solidFill>
                <a:latin typeface="Poppins"/>
              </a:rPr>
              <a:t>Appendix: AppWise Insights — Tool Screenshots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38335F-1AEC-CD39-7235-00DD2C4CA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95" y="1847088"/>
            <a:ext cx="11264001" cy="4507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356616" y="1225296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Savings released quarter by quarter, sequenced to when each contract's notice window actually opens — including a warning on auto-renewals with deadlines inside 90 days.</a:t>
            </a:r>
          </a:p>
        </p:txBody>
      </p:sp>
    </p:spTree>
    <p:extLst>
      <p:ext uri="{BB962C8B-B14F-4D97-AF65-F5344CB8AC3E}">
        <p14:creationId xmlns:p14="http://schemas.microsoft.com/office/powerpoint/2010/main" val="1270196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EAD7D-5879-2FEB-361F-1B482A757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6D4E80-2DF8-EBBA-7256-3436ABDDE8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algn="l"/>
            <a:r>
              <a:rPr sz="1400" b="1">
                <a:solidFill>
                  <a:srgbClr val="09375F"/>
                </a:solidFill>
                <a:latin typeface="Poppins"/>
              </a:rPr>
              <a:t>Data Import</a:t>
            </a:r>
            <a:endParaRPr lang="en-US" sz="24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29D75C-B3BF-2936-5FED-145AA23B0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09375F"/>
                </a:solidFill>
                <a:latin typeface="Poppins"/>
              </a:rPr>
              <a:t>Appendix: AppWise Insights — Tool 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079DAE-F38A-68EC-D042-8235E8699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495" y="1847088"/>
            <a:ext cx="8934801" cy="4507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356616" y="1225296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Bring your own inventory: drop in a CSV or Excel export and the engine re-runs end to end. Shows which fields are required, recommended or inferred, with a downloadable template.</a:t>
            </a:r>
          </a:p>
        </p:txBody>
      </p:sp>
    </p:spTree>
    <p:extLst>
      <p:ext uri="{BB962C8B-B14F-4D97-AF65-F5344CB8AC3E}">
        <p14:creationId xmlns:p14="http://schemas.microsoft.com/office/powerpoint/2010/main" val="30046954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Aberdeen Colors">
      <a:dk1>
        <a:srgbClr val="404040"/>
      </a:dk1>
      <a:lt1>
        <a:srgbClr val="FFFFFF"/>
      </a:lt1>
      <a:dk2>
        <a:srgbClr val="44B0B1"/>
      </a:dk2>
      <a:lt2>
        <a:srgbClr val="09375F"/>
      </a:lt2>
      <a:accent1>
        <a:srgbClr val="09375F"/>
      </a:accent1>
      <a:accent2>
        <a:srgbClr val="03CBFF"/>
      </a:accent2>
      <a:accent3>
        <a:srgbClr val="00A676"/>
      </a:accent3>
      <a:accent4>
        <a:srgbClr val="F7CE01"/>
      </a:accent4>
      <a:accent5>
        <a:srgbClr val="BD8CFF"/>
      </a:accent5>
      <a:accent6>
        <a:srgbClr val="D85049"/>
      </a:accent6>
      <a:hlink>
        <a:srgbClr val="0072AD"/>
      </a:hlink>
      <a:folHlink>
        <a:srgbClr val="041B2F"/>
      </a:folHlink>
    </a:clrScheme>
    <a:fontScheme name="Aberdeen 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2"/>
          </a:solidFill>
        </a:ln>
        <a:effectLst/>
      </a:spPr>
      <a:bodyPr rtlCol="0" anchor="ctr"/>
      <a:lstStyle>
        <a:defPPr algn="ctr">
          <a:defRPr sz="14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400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berdeen Slide Scratchpad 4.10" id="{46B2C024-FD6C-41EF-8A6C-2678C19FDAF5}" vid="{2915C20E-64BF-4E82-BFD3-FBB6D44EDD24}"/>
    </a:ext>
  </a:extLst>
</a:theme>
</file>

<file path=ppt/theme/theme2.xml><?xml version="1.0" encoding="utf-8"?>
<a:theme xmlns:a="http://schemas.openxmlformats.org/drawingml/2006/main" name="3_Office Theme">
  <a:themeElements>
    <a:clrScheme name="Aberdeen Colors">
      <a:dk1>
        <a:srgbClr val="404040"/>
      </a:dk1>
      <a:lt1>
        <a:srgbClr val="FFFFFF"/>
      </a:lt1>
      <a:dk2>
        <a:srgbClr val="44B0B1"/>
      </a:dk2>
      <a:lt2>
        <a:srgbClr val="09375F"/>
      </a:lt2>
      <a:accent1>
        <a:srgbClr val="09375F"/>
      </a:accent1>
      <a:accent2>
        <a:srgbClr val="03CBFF"/>
      </a:accent2>
      <a:accent3>
        <a:srgbClr val="00A676"/>
      </a:accent3>
      <a:accent4>
        <a:srgbClr val="F7CE01"/>
      </a:accent4>
      <a:accent5>
        <a:srgbClr val="BD8CFF"/>
      </a:accent5>
      <a:accent6>
        <a:srgbClr val="D85049"/>
      </a:accent6>
      <a:hlink>
        <a:srgbClr val="0072AD"/>
      </a:hlink>
      <a:folHlink>
        <a:srgbClr val="041B2F"/>
      </a:folHlink>
    </a:clrScheme>
    <a:fontScheme name="Aberdeen 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2"/>
          </a:solidFill>
        </a:ln>
        <a:effectLst/>
      </a:spPr>
      <a:bodyPr rtlCol="0" anchor="ctr"/>
      <a:lstStyle>
        <a:defPPr algn="ctr">
          <a:defRPr sz="14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400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berdeen Slide Scratchpad 4.10" id="{46B2C024-FD6C-41EF-8A6C-2678C19FDAF5}" vid="{2915C20E-64BF-4E82-BFD3-FBB6D44EDD2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d87f5b4-e7f9-4740-8817-c1532e09aba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A8DB4C7B32041BF7156BDB883DB83" ma:contentTypeVersion="10" ma:contentTypeDescription="Create a new document." ma:contentTypeScope="" ma:versionID="d196bde4fadf197849555bb544fc543b">
  <xsd:schema xmlns:xsd="http://www.w3.org/2001/XMLSchema" xmlns:xs="http://www.w3.org/2001/XMLSchema" xmlns:p="http://schemas.microsoft.com/office/2006/metadata/properties" xmlns:ns3="cd87f5b4-e7f9-4740-8817-c1532e09aba8" targetNamespace="http://schemas.microsoft.com/office/2006/metadata/properties" ma:root="true" ma:fieldsID="c23f00c121d584902536ee16deafde82" ns3:_="">
    <xsd:import namespace="cd87f5b4-e7f9-4740-8817-c1532e09aba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87f5b4-e7f9-4740-8817-c1532e09aba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DF6087-4AFF-4C9B-99E8-35D911AFA8DD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cd87f5b4-e7f9-4740-8817-c1532e09aba8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ACA6FB3-97B0-47E9-ADE5-A832E70573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32F904-F4BB-4B49-9282-4F43A98B316C}">
  <ds:schemaRefs>
    <ds:schemaRef ds:uri="cd87f5b4-e7f9-4740-8817-c1532e09ab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1298</Words>
  <Application>Microsoft Office PowerPoint</Application>
  <PresentationFormat>Widescreen</PresentationFormat>
  <Paragraphs>101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Courier New</vt:lpstr>
      <vt:lpstr>Poppins</vt:lpstr>
      <vt:lpstr>Wingdings</vt:lpstr>
      <vt:lpstr>2_Office Theme</vt:lpstr>
      <vt:lpstr>3_Office Theme</vt:lpstr>
      <vt:lpstr>think-cell Slide</vt:lpstr>
      <vt:lpstr>Application Rationalization Tool</vt:lpstr>
      <vt:lpstr>Problem Understanding &amp; The Aberdeen Solution</vt:lpstr>
      <vt:lpstr>AppWise MVP and its Impact / Business Value</vt:lpstr>
      <vt:lpstr>Path to Market: Prove value, then scale</vt:lpstr>
      <vt:lpstr>Appendix: AppWise Insights — Tool Screenshots</vt:lpstr>
      <vt:lpstr>Appendix: AppWise Insights — Tool Screenshots</vt:lpstr>
      <vt:lpstr>Appendix: AppWise Insights — Tool Screenshots</vt:lpstr>
      <vt:lpstr>Appendix: AppWise Insights — Tool Screenshots</vt:lpstr>
      <vt:lpstr>Appendix: AppWise Insights — Tool Screenshots</vt:lpstr>
      <vt:lpstr>Appendix: AppWise Insights — Tool Screenshots</vt:lpstr>
      <vt:lpstr>Appendix: AppWise Insights — Tool Screenshots</vt:lpstr>
      <vt:lpstr>Appendix: AppWise Insights — Tool Screenshots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Mauricio Bueno</dc:creator>
  <cp:lastModifiedBy>Mauricio Bueno</cp:lastModifiedBy>
  <cp:revision>2</cp:revision>
  <dcterms:created xsi:type="dcterms:W3CDTF">2026-08-12T21:23:47Z</dcterms:created>
  <dcterms:modified xsi:type="dcterms:W3CDTF">2026-08-13T21:36:22Z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0x010100ED5A8DB4C7B32041BF7156BDB883DB83</vt:lpwstr>
  </property>
</Properties>
</file>